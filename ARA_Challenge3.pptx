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samples found no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7256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8,176 cells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candidate sites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They differ in what they need to know before they can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93392"/>
            <a:ext cx="2761488" cy="20908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The physical law of how signal falls with distance, with its constants fitted to this network.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C7A3C"/>
                </a:solidFill>
                <a:latin typeface="Calibri"/>
              </a:rPr>
              <a:t>needs: how far, and which 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2" name="Picture 11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993392"/>
            <a:ext cx="2761488" cy="20908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9184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Rebuild the ground and the buildings, then trace the signal through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55606B"/>
                </a:solidFill>
                <a:latin typeface="Calibri"/>
              </a:rPr>
              <a:t>needs: a 3-D model of the 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7" name="Picture 16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93392"/>
            <a:ext cx="2761488" cy="20908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No assumed law. Learn the mapping from the ground under each link to the signal.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4E6151"/>
                </a:solidFill>
                <a:latin typeface="Calibri"/>
              </a:rPr>
              <a:t>needs: thousands of measurements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22" name="Picture 21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59" y="1993392"/>
            <a:ext cx="2761488" cy="209084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52559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Learn what the distance law cannot explain, with physics as a penalty on the answer.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59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59" y="5458968"/>
            <a:ext cx="2761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C3A28"/>
                </a:solidFill>
                <a:latin typeface="Calibri"/>
              </a:rPr>
              <a:t>needs: measurements, and a law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Left bar: error on data the model was trained on. Right bar: error somewhere it has never been. A tall right bar means it memorised.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6916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304288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7.61 dB on training ground, 7.95 dB on new ground. It is the only one of the four that barely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657600"/>
            <a:ext cx="4023360" cy="20574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7673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133087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A terrain profile is nearly a unique location label. Feed the operator the wrong links' profiles and it scores 13.16 dB against 13.13 with the right ones —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Change one assumption at a time, and measure how far the recommendation moves.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8288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889504"/>
            <a:ext cx="3657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529584"/>
            <a:ext cx="3657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86460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521208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Place an asset and watch coverage, gain and uncertainty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972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Pick a model, pick what counts as service, drop an asset anywhere — coverage, gain and uncertainty all re-solve live.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