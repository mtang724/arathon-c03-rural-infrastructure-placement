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5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14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14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5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29200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321808"/>
            <a:ext cx="326440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797296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samples found no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77256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of 8,176 cells 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15584"/>
            <a:ext cx="10058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4584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candidate sites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They differ in what they need to know before they can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93392"/>
            <a:ext cx="2761488" cy="20908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The physical law of how signal falls with distance, with its constants fitted to this network.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477256"/>
            <a:ext cx="2761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9C7A3C"/>
                </a:solidFill>
                <a:latin typeface="Calibri"/>
              </a:rPr>
              <a:t>needs: distance and bearing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2" name="Picture 11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993392"/>
            <a:ext cx="2761488" cy="20908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9184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Rebuild the ground and the buildings, then trace the signal through them.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5477256"/>
            <a:ext cx="2761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55606B"/>
                </a:solidFill>
                <a:latin typeface="Calibri"/>
              </a:rPr>
              <a:t>needs: a 3-D scene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7" name="Picture 16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993392"/>
            <a:ext cx="2761488" cy="20908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No assumed law. Learn the mapping from the ground under each link to the signal.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5477256"/>
            <a:ext cx="2761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4E6151"/>
                </a:solidFill>
                <a:latin typeface="Calibri"/>
              </a:rPr>
              <a:t>needs: thousands of 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1627632"/>
            <a:ext cx="27614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22" name="Picture 21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1993392"/>
            <a:ext cx="2761488" cy="209084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52559" y="4187952"/>
            <a:ext cx="276148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Learn what the distance law cannot explain, with physics as a penalty on the answer.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52559" y="5394960"/>
            <a:ext cx="2761488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59" y="5477256"/>
            <a:ext cx="2761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C3A28"/>
                </a:solidFill>
                <a:latin typeface="Calibri"/>
              </a:rPr>
              <a:t>needs: examples and a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Left bar: error on data the model was trained on. Right bar: error somewhere it has never been. A tall right bar means it memorised.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69164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304288"/>
            <a:ext cx="3657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7.61 dB on training ground, 7.95 dB on new ground. It is the only one of the four that barely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657600"/>
            <a:ext cx="4023360" cy="20574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76732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133087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A terrain profile is nearly a unique location label. Feed the operator the wrong links' profiles and it scores 13.16 dB against 13.13 with the right ones —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Change one assumption at a time, and measure how far the recommendation moves.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48256"/>
            <a:ext cx="182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55648"/>
            <a:ext cx="2606040" cy="102412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4856" y="1847088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3201C"/>
                </a:solidFill>
                <a:latin typeface="Cambria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4856" y="2194560"/>
            <a:ext cx="22860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8288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889504"/>
            <a:ext cx="365760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529584"/>
            <a:ext cx="3657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864608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521208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A4540"/>
                </a:solidFill>
                <a:latin typeface="Calibri"/>
              </a:rPr>
              <a:t>Place an asset and watch coverage, gain and uncertainty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972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4A4540"/>
                </a:solidFill>
                <a:latin typeface="Calibri"/>
              </a:rPr>
              <a:t>Pick a model, pick what counts as service, drop an asset anywhere — coverage, gain and uncertainty all re-solve live.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