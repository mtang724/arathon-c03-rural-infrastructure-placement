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5A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3E5C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3CB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B4532A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2A"/>
                </a:solidFill>
                <a:latin typeface="Archivo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917"/>
                </a:solidFill>
                <a:latin typeface="Archivo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B4532A"/>
                </a:solidFill>
                <a:latin typeface="Archivo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3A4842"/>
                </a:solidFill>
                <a:latin typeface="Archivo"/>
              </a:rPr>
              <a:t>A van drove one rural service area near Ames and logged 7,144 samples. They cover 7% of it. The decision has to be made about the other 93%, so we build a model of the ground and let it stand in for the survey.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Four towers today. 627 places the next one could 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MEASURED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917"/>
                </a:solidFill>
                <a:latin typeface="Archivo"/>
              </a:rPr>
              <a:t>7,144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rows · 42% no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264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OF THE 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917"/>
                </a:solidFill>
                <a:latin typeface="Archivo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ROUTE COVERED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B4532A"/>
                </a:solidFill>
                <a:latin typeface="Archivo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with one more 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9716B"/>
                </a:solidFill>
                <a:latin typeface="Archivo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Measurements alone cannot site a tower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Same ground, same scale, same colours. Only the coverage differs.</a:t>
            </a:r>
          </a:p>
        </p:txBody>
      </p:sp>
      <p:pic>
        <p:nvPicPr>
          <p:cNvPr id="7" name="Picture 6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we measured</a:t>
            </a:r>
          </a:p>
        </p:txBody>
      </p:sp>
      <p:pic>
        <p:nvPicPr>
          <p:cNvPr id="9" name="Picture 8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the twin predicts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samples had no serving cell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8,176 cells hold a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6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candidate sites the van visited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Four ways to fill in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Same ground, same scale. Each reads something different and each can be wrong in its own way.</a:t>
            </a:r>
          </a:p>
        </p:txBody>
      </p:sp>
      <p:pic>
        <p:nvPicPr>
          <p:cNvPr id="7" name="Picture 6" descr="map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2697480" cy="24662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distance and bearing</a:t>
            </a:r>
          </a:p>
        </p:txBody>
      </p:sp>
      <p:pic>
        <p:nvPicPr>
          <p:cNvPr id="9" name="Picture 8" descr="map_ray_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6" y="1737360"/>
            <a:ext cx="2697480" cy="2466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28416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terrain and buildings</a:t>
            </a:r>
          </a:p>
        </p:txBody>
      </p:sp>
      <p:pic>
        <p:nvPicPr>
          <p:cNvPr id="11" name="Picture 10" descr="map_deep_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737360"/>
            <a:ext cx="2697480" cy="2466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912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the shape of the ground</a:t>
            </a:r>
          </a:p>
        </p:txBody>
      </p:sp>
      <p:pic>
        <p:nvPicPr>
          <p:cNvPr id="13" name="Picture 12" descr="map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3688" y="1737360"/>
            <a:ext cx="2697480" cy="2466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9408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position, guided by physics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11292840" cy="91440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They agree on how much is covered — and disagree about where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406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Between 34% and 41% of cells clear the threshold in all four. That spread is small. The question is which one is still right when you move it somewhere it has never seen.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In sample is not the same as somewhere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Grey is in sample. Teal is held out by region. The distance between a pair is how much of the score was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828800"/>
            <a:ext cx="4023360" cy="141732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Ray tracing barely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28600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3383280"/>
            <a:ext cx="4023360" cy="233172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learned models memorise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384048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A terrain profile is nearly a unique location label — its nearest neighbour sits 12 m away on the ground. Feed the operator profiles from the wrong links and it scores 13.16 dB against 13.13 with the right ones. It never used the terrain.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Turning a surface into a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Score 627 candidate sites against 4,731 demand cells — then move every assumption and watch where the answer goes.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a value in every 200 m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Define 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eight definitions, one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route-km and area gained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Constrain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power, access, structures, backhaul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How far the recommended site moves when you change one assumption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635240" y="2788920"/>
            <a:ext cx="4023360" cy="137160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36408" y="2907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definition beats the physics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32369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297680"/>
            <a:ext cx="4023360" cy="132588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6408" y="4416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A neighbourhood, not a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74573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Requiring grid power within 1 km moves it 11 km. The exact site repeats in 10% of draws; 3 km in 99%.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The planner,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C1917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Rural Coverage Planner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APPROACH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Availability ▾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TARGET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≥ 50% of the time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 VS AREA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0.70 / 0.30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ASSET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Macro · 37 m · 0 dB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ROUTE-KM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51.9 → 80.5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SCORE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0.421 → 0.652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