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1C1917"/>
                </a:solidFill>
                <a:latin typeface="Archivo"/>
              </a:rPr>
              <a:t>Where do you build, when you have
measured almost none of the map?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That covers about 7% of it. The other 93% is where the decision has to be made.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with no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BEST HELD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3E5C6B"/>
                </a:solidFill>
                <a:latin typeface="Archivo"/>
              </a:rPr>
              <a:t>7.95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Ray tracing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4160520"/>
            <a:ext cx="26060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9992" y="425196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92" y="441655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3E5C6B"/>
                </a:solidFill>
                <a:latin typeface="Archivo"/>
              </a:rPr>
              <a:t>44% → 69%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81888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one macro site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Left: every sample the van recorded. Right: what a twin fills in.</a:t>
            </a:r>
          </a:p>
        </p:txBody>
      </p:sp>
      <p:pic>
        <p:nvPicPr>
          <p:cNvPr id="7" name="Picture 6" descr="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280" y="1737360"/>
            <a:ext cx="3232217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47280" y="5349240"/>
            <a:ext cx="3232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2417" y="1737360"/>
            <a:ext cx="3759253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2417" y="5349240"/>
            <a:ext cx="375925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fills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fill in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scale. Each reads something different and each can be wrong in its own way.</a:t>
            </a:r>
          </a:p>
        </p:txBody>
      </p:sp>
      <p:pic>
        <p:nvPicPr>
          <p:cNvPr id="7" name="Picture 6" descr="map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2697480" cy="24662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distance and bearing</a:t>
            </a:r>
          </a:p>
        </p:txBody>
      </p:sp>
      <p:pic>
        <p:nvPicPr>
          <p:cNvPr id="9" name="Picture 8" descr="map_ray_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6" y="1737360"/>
            <a:ext cx="2697480" cy="2466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8416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terrain and buildings</a:t>
            </a:r>
          </a:p>
        </p:txBody>
      </p:sp>
      <p:pic>
        <p:nvPicPr>
          <p:cNvPr id="11" name="Picture 10" descr="map_deep_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737360"/>
            <a:ext cx="2697480" cy="2466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the shape of the ground</a:t>
            </a:r>
          </a:p>
        </p:txBody>
      </p:sp>
      <p:pic>
        <p:nvPicPr>
          <p:cNvPr id="13" name="Picture 12" descr="map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688" y="1737360"/>
            <a:ext cx="2697480" cy="2466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9408" y="4407408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reads position, guided by physics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92840" cy="91440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They agree on how much is covered — and disagree about 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Between 34% and 41% of cells clear the threshold in all four. That spread is small. The question is which one is still right when you move it somewhere it has never seen.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