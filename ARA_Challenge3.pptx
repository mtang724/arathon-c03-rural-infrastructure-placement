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0A89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5560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DD6C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500">
              <a:solidFill>
                <a:srgbClr val="4A4540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8C3A2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3201C"/>
                </a:solidFill>
                <a:latin typeface="Cambria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8C3A28"/>
                </a:solidFill>
                <a:latin typeface="Cambria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Four towers serve this area today, and most of it still has no usable signal — 42% of the samples the van took found no cell at all. One more asset could change that. The question is where to put it.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Red is where service fails today. The star is where our planner would put the next tower.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unserved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8C3A28"/>
                </a:solidFill>
                <a:latin typeface="Cambria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the area, by our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23201C"/>
                </a:solidFill>
                <a:latin typeface="Cambria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it · 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with one more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8C3A28"/>
                </a:solidFill>
                <a:latin typeface="Cambria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route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Measurements alone cannot site a tower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Same ground, same scale, same colours. Only the coverage differs.</a:t>
            </a:r>
          </a:p>
        </p:txBody>
      </p:sp>
      <p:pic>
        <p:nvPicPr>
          <p:cNvPr id="6" name="Picture 5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we measured</a:t>
            </a:r>
          </a:p>
        </p:txBody>
      </p:sp>
      <p:pic>
        <p:nvPicPr>
          <p:cNvPr id="8" name="Picture 7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the twin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samples found no cell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938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7256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8,176 cells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candidate sites visited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Four ways to fill in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Each one reads something different about the same 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C7A3C"/>
                </a:solidFill>
                <a:latin typeface="Cambria"/>
              </a:rPr>
              <a:t>Baseline</a:t>
            </a:r>
          </a:p>
        </p:txBody>
      </p:sp>
      <p:pic>
        <p:nvPicPr>
          <p:cNvPr id="7" name="Picture 6" descr="h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11680"/>
            <a:ext cx="2670048" cy="2021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Fit a curve to the measurements, read it off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0984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</a:t>
            </a:r>
          </a:p>
        </p:txBody>
      </p:sp>
      <p:pic>
        <p:nvPicPr>
          <p:cNvPr id="10" name="Picture 9" descr="how_ray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984" y="2011680"/>
            <a:ext cx="2670048" cy="2021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00984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Rebuild the ground and buildings, then trace the signal.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79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E6151"/>
                </a:solidFill>
                <a:latin typeface="Cambria"/>
              </a:rPr>
              <a:t>Deep learning</a:t>
            </a:r>
          </a:p>
        </p:txBody>
      </p:sp>
      <p:pic>
        <p:nvPicPr>
          <p:cNvPr id="13" name="Picture 12" descr="how_deep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79" y="2011680"/>
            <a:ext cx="2670048" cy="2021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79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Give it the ground under each link, let it learn the rest.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1976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PINN</a:t>
            </a:r>
          </a:p>
        </p:txBody>
      </p:sp>
      <p:pic>
        <p:nvPicPr>
          <p:cNvPr id="16" name="Picture 15" descr="how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1976" y="2011680"/>
            <a:ext cx="2670048" cy="2021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51976" y="4078224"/>
            <a:ext cx="26700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Learn what distance cannot explain, with physics as a rule.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5102352"/>
            <a:ext cx="11256264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193792"/>
            <a:ext cx="10789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3201C"/>
                </a:solidFill>
                <a:latin typeface="Calibri"/>
              </a:rPr>
              <a:t>Same ground, four different bets about what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559552"/>
            <a:ext cx="107899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Every one of them lands within about 8 dB of the measurements. Score them on ground they were never shown and three of the four fall apart.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In sample is not the same as somewhere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Left bar: error on data the model was trained on. Right bar: error somewhere it has never been. A tall right bar means it memorised.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28800"/>
            <a:ext cx="4023360" cy="16916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 barely moves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304288"/>
            <a:ext cx="3657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7.61 dB on training ground, 7.95 dB on new ground. It is the only one of the four that barely changes.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3657600"/>
            <a:ext cx="4023360" cy="20574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376732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learned models memorise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133087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A terrain profile is nearly a unique location label. Feed the operator the wrong links' profiles and it scores 13.16 dB against 13.13 with the right ones — it never used the terrain.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Turning a surface into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Change one assumption at a time, and measure how far the recommendation moves.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a value in every 200 m 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Define served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eight definitions, one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route-km and area gained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4856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Constrain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856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power, access, structures, backhaul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How far the recommended site moves when you change one assumption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7635240" y="2788920"/>
            <a:ext cx="4023360" cy="18288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36408" y="2889504"/>
            <a:ext cx="3657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definition beats the physics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6408" y="3529584"/>
            <a:ext cx="3657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36408" y="486460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A neighbourhood, not a 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6408" y="521208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Requiring grid power within 1 km moves it 11 km. The exact site repeats in 10% of draws; 3 km in 99%.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The planner,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Place an asset and watch coverage, gain and uncertainty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23201C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7F4E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Rural Coverage Planner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8366759" y="215798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approach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8366759" y="2633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what counts as served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Availability ▾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8366759" y="310896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target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≥ 50% of the time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8366759" y="358444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 vs area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0.70 / 0.30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8366759" y="4059935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asset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8476487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route-km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8476487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51.9 → 80.5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10076686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score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076686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0.421 → 0.652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02920" y="57972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Pick a model, pick what counts as service, drop an asset anywhere — coverage, gain and uncertainty all re-solve live.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