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block 0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8F6200"/>
              </a:solidFill>
              <a:ln>
                <a:noFill/>
              </a:ln>
            </c:spPr>
          </c:marker>
          <c:xVal>
            <c:numRef>
              <c:f>Sheet1!$A$2:$A$109</c:f>
              <c:numCache>
                <c:formatCode>General</c:formatCode>
                <c:ptCount val="108"/>
                <c:pt idx="0">
                  <c:v>-93.824</c:v>
                </c:pt>
                <c:pt idx="1">
                  <c:v>-93.8259</c:v>
                </c:pt>
                <c:pt idx="2">
                  <c:v>-93.8273</c:v>
                </c:pt>
                <c:pt idx="3">
                  <c:v>-93.8288</c:v>
                </c:pt>
                <c:pt idx="4">
                  <c:v>-93.8309</c:v>
                </c:pt>
                <c:pt idx="5">
                  <c:v>-93.8329</c:v>
                </c:pt>
                <c:pt idx="6">
                  <c:v>-93.8344</c:v>
                </c:pt>
                <c:pt idx="7">
                  <c:v>-93.8367</c:v>
                </c:pt>
                <c:pt idx="8">
                  <c:v>-93.8402</c:v>
                </c:pt>
                <c:pt idx="9">
                  <c:v>-93.842</c:v>
                </c:pt>
                <c:pt idx="10">
                  <c:v>-93.8479</c:v>
                </c:pt>
                <c:pt idx="11">
                  <c:v>-93.8495</c:v>
                </c:pt>
                <c:pt idx="12">
                  <c:v>-93.8518</c:v>
                </c:pt>
                <c:pt idx="13">
                  <c:v>-93.8555</c:v>
                </c:pt>
                <c:pt idx="14">
                  <c:v>-93.8599</c:v>
                </c:pt>
                <c:pt idx="15">
                  <c:v>-93.8224</c:v>
                </c:pt>
                <c:pt idx="16">
                  <c:v>-93.8252</c:v>
                </c:pt>
                <c:pt idx="17">
                  <c:v>-93.8268</c:v>
                </c:pt>
                <c:pt idx="18">
                  <c:v>-93.8284</c:v>
                </c:pt>
                <c:pt idx="19">
                  <c:v>-93.8298</c:v>
                </c:pt>
                <c:pt idx="20">
                  <c:v>-93.8332</c:v>
                </c:pt>
                <c:pt idx="21">
                  <c:v>-93.8347</c:v>
                </c:pt>
                <c:pt idx="22">
                  <c:v>-93.8365</c:v>
                </c:pt>
                <c:pt idx="23">
                  <c:v>-93.8391</c:v>
                </c:pt>
                <c:pt idx="24">
                  <c:v>-93.8408</c:v>
                </c:pt>
                <c:pt idx="25">
                  <c:v>-93.8415</c:v>
                </c:pt>
                <c:pt idx="26">
                  <c:v>-93.8451</c:v>
                </c:pt>
                <c:pt idx="27">
                  <c:v>-93.8468</c:v>
                </c:pt>
                <c:pt idx="28">
                  <c:v>-93.8486</c:v>
                </c:pt>
                <c:pt idx="29">
                  <c:v>-93.8503</c:v>
                </c:pt>
                <c:pt idx="30">
                  <c:v>-93.8527</c:v>
                </c:pt>
                <c:pt idx="31">
                  <c:v>-93.8542</c:v>
                </c:pt>
                <c:pt idx="32">
                  <c:v>-93.8578</c:v>
                </c:pt>
                <c:pt idx="33">
                  <c:v>-93.8608</c:v>
                </c:pt>
                <c:pt idx="34">
                  <c:v>-93.8626</c:v>
                </c:pt>
                <c:pt idx="35">
                  <c:v>-93.8739</c:v>
                </c:pt>
                <c:pt idx="36">
                  <c:v>-93.8188</c:v>
                </c:pt>
                <c:pt idx="37">
                  <c:v>-93.8209</c:v>
                </c:pt>
                <c:pt idx="38">
                  <c:v>-93.8222</c:v>
                </c:pt>
                <c:pt idx="39">
                  <c:v>-93.8228</c:v>
                </c:pt>
                <c:pt idx="40">
                  <c:v>-93.8273</c:v>
                </c:pt>
                <c:pt idx="41">
                  <c:v>-93.8308</c:v>
                </c:pt>
                <c:pt idx="42">
                  <c:v>-93.8329</c:v>
                </c:pt>
                <c:pt idx="43">
                  <c:v>-93.835</c:v>
                </c:pt>
                <c:pt idx="44">
                  <c:v>-93.8479</c:v>
                </c:pt>
                <c:pt idx="45">
                  <c:v>-93.8483</c:v>
                </c:pt>
                <c:pt idx="46">
                  <c:v>-93.8487</c:v>
                </c:pt>
                <c:pt idx="47">
                  <c:v>-93.8658</c:v>
                </c:pt>
                <c:pt idx="48">
                  <c:v>-93.8644</c:v>
                </c:pt>
                <c:pt idx="49">
                  <c:v>-93.8465</c:v>
                </c:pt>
                <c:pt idx="50">
                  <c:v>-93.8453</c:v>
                </c:pt>
                <c:pt idx="51">
                  <c:v>-93.8351</c:v>
                </c:pt>
                <c:pt idx="52">
                  <c:v>-93.8351</c:v>
                </c:pt>
                <c:pt idx="53">
                  <c:v>-93.8351</c:v>
                </c:pt>
                <c:pt idx="54">
                  <c:v>-93.8351</c:v>
                </c:pt>
                <c:pt idx="55">
                  <c:v>-93.8351</c:v>
                </c:pt>
                <c:pt idx="56">
                  <c:v>-93.8351</c:v>
                </c:pt>
                <c:pt idx="57">
                  <c:v>-93.8351</c:v>
                </c:pt>
                <c:pt idx="58">
                  <c:v>-93.8351</c:v>
                </c:pt>
                <c:pt idx="59">
                  <c:v>-93.8351</c:v>
                </c:pt>
                <c:pt idx="60">
                  <c:v>-93.8351</c:v>
                </c:pt>
                <c:pt idx="61">
                  <c:v>-93.8351</c:v>
                </c:pt>
                <c:pt idx="62">
                  <c:v>-93.8192</c:v>
                </c:pt>
                <c:pt idx="63">
                  <c:v>-93.8236</c:v>
                </c:pt>
                <c:pt idx="64">
                  <c:v>-93.8333</c:v>
                </c:pt>
                <c:pt idx="65">
                  <c:v>-93.8452</c:v>
                </c:pt>
                <c:pt idx="66">
                  <c:v>-93.8538</c:v>
                </c:pt>
                <c:pt idx="67">
                  <c:v>-93.8545</c:v>
                </c:pt>
                <c:pt idx="68">
                  <c:v>-93.8545</c:v>
                </c:pt>
                <c:pt idx="69">
                  <c:v>-93.8545</c:v>
                </c:pt>
                <c:pt idx="70">
                  <c:v>-93.8545</c:v>
                </c:pt>
                <c:pt idx="71">
                  <c:v>-93.8545</c:v>
                </c:pt>
                <c:pt idx="72">
                  <c:v>-93.8545</c:v>
                </c:pt>
                <c:pt idx="73">
                  <c:v>-93.8545</c:v>
                </c:pt>
                <c:pt idx="74">
                  <c:v>-93.8545</c:v>
                </c:pt>
                <c:pt idx="75">
                  <c:v>-93.8545</c:v>
                </c:pt>
                <c:pt idx="76">
                  <c:v>-93.8544</c:v>
                </c:pt>
                <c:pt idx="77">
                  <c:v>-93.8536</c:v>
                </c:pt>
                <c:pt idx="78">
                  <c:v>-93.8536</c:v>
                </c:pt>
                <c:pt idx="79">
                  <c:v>-93.8535</c:v>
                </c:pt>
                <c:pt idx="80">
                  <c:v>-93.8535</c:v>
                </c:pt>
                <c:pt idx="81">
                  <c:v>-93.8508</c:v>
                </c:pt>
                <c:pt idx="82">
                  <c:v>-93.8494</c:v>
                </c:pt>
                <c:pt idx="83">
                  <c:v>-93.8493</c:v>
                </c:pt>
                <c:pt idx="84">
                  <c:v>-93.8493</c:v>
                </c:pt>
                <c:pt idx="85">
                  <c:v>-93.8493</c:v>
                </c:pt>
                <c:pt idx="86">
                  <c:v>-93.8477</c:v>
                </c:pt>
                <c:pt idx="87">
                  <c:v>-93.8424</c:v>
                </c:pt>
                <c:pt idx="88">
                  <c:v>-93.8404</c:v>
                </c:pt>
                <c:pt idx="89">
                  <c:v>-93.8404</c:v>
                </c:pt>
                <c:pt idx="90">
                  <c:v>-93.8405</c:v>
                </c:pt>
                <c:pt idx="91">
                  <c:v>-93.8404</c:v>
                </c:pt>
                <c:pt idx="92">
                  <c:v>-93.8407</c:v>
                </c:pt>
                <c:pt idx="93">
                  <c:v>-93.8418</c:v>
                </c:pt>
                <c:pt idx="94">
                  <c:v>-93.8451</c:v>
                </c:pt>
                <c:pt idx="95">
                  <c:v>-93.8493</c:v>
                </c:pt>
                <c:pt idx="96">
                  <c:v>-93.8493</c:v>
                </c:pt>
                <c:pt idx="97">
                  <c:v>-93.8507</c:v>
                </c:pt>
                <c:pt idx="98">
                  <c:v>-93.8516</c:v>
                </c:pt>
                <c:pt idx="99">
                  <c:v>-93.8526</c:v>
                </c:pt>
                <c:pt idx="100">
                  <c:v>-93.8524</c:v>
                </c:pt>
                <c:pt idx="101">
                  <c:v>-93.8304</c:v>
                </c:pt>
                <c:pt idx="102">
                  <c:v>-93.8322</c:v>
                </c:pt>
                <c:pt idx="103">
                  <c:v>-93.8338</c:v>
                </c:pt>
                <c:pt idx="104">
                  <c:v>-93.8462</c:v>
                </c:pt>
                <c:pt idx="105">
                  <c:v>-93.8477</c:v>
                </c:pt>
                <c:pt idx="106">
                  <c:v>-93.8508</c:v>
                </c:pt>
                <c:pt idx="107">
                  <c:v>-93.8522</c:v>
                </c:pt>
              </c:numCache>
            </c:numRef>
          </c:xVal>
          <c:yVal>
            <c:numRef>
              <c:f>Sheet1!$B$2:$B$109</c:f>
              <c:numCache>
                <c:formatCode>General</c:formatCode>
                <c:ptCount val="108"/>
                <c:pt idx="0">
                  <c:v>41.9942</c:v>
                </c:pt>
                <c:pt idx="1">
                  <c:v>41.9943</c:v>
                </c:pt>
                <c:pt idx="2">
                  <c:v>41.9943</c:v>
                </c:pt>
                <c:pt idx="3">
                  <c:v>41.9943</c:v>
                </c:pt>
                <c:pt idx="4">
                  <c:v>41.9943</c:v>
                </c:pt>
                <c:pt idx="5">
                  <c:v>41.9943</c:v>
                </c:pt>
                <c:pt idx="6">
                  <c:v>41.9943</c:v>
                </c:pt>
                <c:pt idx="7">
                  <c:v>41.9943</c:v>
                </c:pt>
                <c:pt idx="8">
                  <c:v>41.9943</c:v>
                </c:pt>
                <c:pt idx="9">
                  <c:v>41.9943</c:v>
                </c:pt>
                <c:pt idx="10">
                  <c:v>41.9942</c:v>
                </c:pt>
                <c:pt idx="11">
                  <c:v>41.9942</c:v>
                </c:pt>
                <c:pt idx="12">
                  <c:v>41.9942</c:v>
                </c:pt>
                <c:pt idx="13">
                  <c:v>41.9941</c:v>
                </c:pt>
                <c:pt idx="14">
                  <c:v>41.9941</c:v>
                </c:pt>
                <c:pt idx="15">
                  <c:v>41.9796</c:v>
                </c:pt>
                <c:pt idx="16">
                  <c:v>41.9796</c:v>
                </c:pt>
                <c:pt idx="17">
                  <c:v>41.9796</c:v>
                </c:pt>
                <c:pt idx="18">
                  <c:v>41.9796</c:v>
                </c:pt>
                <c:pt idx="19">
                  <c:v>41.9796</c:v>
                </c:pt>
                <c:pt idx="20">
                  <c:v>41.9796</c:v>
                </c:pt>
                <c:pt idx="21">
                  <c:v>41.9795</c:v>
                </c:pt>
                <c:pt idx="22">
                  <c:v>41.9796</c:v>
                </c:pt>
                <c:pt idx="23">
                  <c:v>41.9796</c:v>
                </c:pt>
                <c:pt idx="24">
                  <c:v>41.9796</c:v>
                </c:pt>
                <c:pt idx="25">
                  <c:v>41.9796</c:v>
                </c:pt>
                <c:pt idx="26">
                  <c:v>41.9796</c:v>
                </c:pt>
                <c:pt idx="27">
                  <c:v>41.9796</c:v>
                </c:pt>
                <c:pt idx="28">
                  <c:v>41.9796</c:v>
                </c:pt>
                <c:pt idx="29">
                  <c:v>41.9797</c:v>
                </c:pt>
                <c:pt idx="30">
                  <c:v>41.9797</c:v>
                </c:pt>
                <c:pt idx="31">
                  <c:v>41.9796</c:v>
                </c:pt>
                <c:pt idx="32">
                  <c:v>41.9796</c:v>
                </c:pt>
                <c:pt idx="33">
                  <c:v>41.9796</c:v>
                </c:pt>
                <c:pt idx="34">
                  <c:v>41.9795</c:v>
                </c:pt>
                <c:pt idx="35">
                  <c:v>41.9808</c:v>
                </c:pt>
                <c:pt idx="36">
                  <c:v>41.9652</c:v>
                </c:pt>
                <c:pt idx="37">
                  <c:v>41.9652</c:v>
                </c:pt>
                <c:pt idx="38">
                  <c:v>41.9652</c:v>
                </c:pt>
                <c:pt idx="39">
                  <c:v>41.9652</c:v>
                </c:pt>
                <c:pt idx="40">
                  <c:v>41.9652</c:v>
                </c:pt>
                <c:pt idx="41">
                  <c:v>41.9651</c:v>
                </c:pt>
                <c:pt idx="42">
                  <c:v>41.9651</c:v>
                </c:pt>
                <c:pt idx="43">
                  <c:v>41.9651</c:v>
                </c:pt>
                <c:pt idx="44">
                  <c:v>41.9652</c:v>
                </c:pt>
                <c:pt idx="45">
                  <c:v>41.9652</c:v>
                </c:pt>
                <c:pt idx="46">
                  <c:v>41.9652</c:v>
                </c:pt>
                <c:pt idx="47">
                  <c:v>41.9652</c:v>
                </c:pt>
                <c:pt idx="48">
                  <c:v>41.9647</c:v>
                </c:pt>
                <c:pt idx="49">
                  <c:v>41.9507</c:v>
                </c:pt>
                <c:pt idx="50">
                  <c:v>41.95</c:v>
                </c:pt>
                <c:pt idx="51">
                  <c:v>41.9522</c:v>
                </c:pt>
                <c:pt idx="52">
                  <c:v>41.9631</c:v>
                </c:pt>
                <c:pt idx="53">
                  <c:v>41.9627</c:v>
                </c:pt>
                <c:pt idx="54">
                  <c:v>41.9615</c:v>
                </c:pt>
                <c:pt idx="55">
                  <c:v>41.9601</c:v>
                </c:pt>
                <c:pt idx="56">
                  <c:v>41.9588</c:v>
                </c:pt>
                <c:pt idx="57">
                  <c:v>41.957</c:v>
                </c:pt>
                <c:pt idx="58">
                  <c:v>41.9558</c:v>
                </c:pt>
                <c:pt idx="59">
                  <c:v>41.9547</c:v>
                </c:pt>
                <c:pt idx="60">
                  <c:v>41.9535</c:v>
                </c:pt>
                <c:pt idx="61">
                  <c:v>41.9515</c:v>
                </c:pt>
                <c:pt idx="62">
                  <c:v>41.9651</c:v>
                </c:pt>
                <c:pt idx="63">
                  <c:v>41.9652</c:v>
                </c:pt>
                <c:pt idx="64">
                  <c:v>41.9651</c:v>
                </c:pt>
                <c:pt idx="65">
                  <c:v>41.9652</c:v>
                </c:pt>
                <c:pt idx="66">
                  <c:v>41.9688</c:v>
                </c:pt>
                <c:pt idx="67">
                  <c:v>41.9695</c:v>
                </c:pt>
                <c:pt idx="68">
                  <c:v>41.9713</c:v>
                </c:pt>
                <c:pt idx="69">
                  <c:v>41.9725</c:v>
                </c:pt>
                <c:pt idx="70">
                  <c:v>41.974</c:v>
                </c:pt>
                <c:pt idx="71">
                  <c:v>41.9753</c:v>
                </c:pt>
                <c:pt idx="72">
                  <c:v>41.9786</c:v>
                </c:pt>
                <c:pt idx="73">
                  <c:v>41.9796</c:v>
                </c:pt>
                <c:pt idx="74">
                  <c:v>41.981</c:v>
                </c:pt>
                <c:pt idx="75">
                  <c:v>41.9824</c:v>
                </c:pt>
                <c:pt idx="76">
                  <c:v>41.9851</c:v>
                </c:pt>
                <c:pt idx="77">
                  <c:v>41.9944</c:v>
                </c:pt>
                <c:pt idx="78">
                  <c:v>41.996</c:v>
                </c:pt>
                <c:pt idx="79">
                  <c:v>41.9971</c:v>
                </c:pt>
                <c:pt idx="80">
                  <c:v>41.9984</c:v>
                </c:pt>
                <c:pt idx="81">
                  <c:v>42.0</c:v>
                </c:pt>
                <c:pt idx="82">
                  <c:v>41.9965</c:v>
                </c:pt>
                <c:pt idx="83">
                  <c:v>41.9942</c:v>
                </c:pt>
                <c:pt idx="84">
                  <c:v>41.9929</c:v>
                </c:pt>
                <c:pt idx="85">
                  <c:v>41.9914</c:v>
                </c:pt>
                <c:pt idx="86">
                  <c:v>41.9879</c:v>
                </c:pt>
                <c:pt idx="87">
                  <c:v>41.9823</c:v>
                </c:pt>
                <c:pt idx="88">
                  <c:v>41.9731</c:v>
                </c:pt>
                <c:pt idx="89">
                  <c:v>41.9685</c:v>
                </c:pt>
                <c:pt idx="90">
                  <c:v>41.967</c:v>
                </c:pt>
                <c:pt idx="91">
                  <c:v>41.9696</c:v>
                </c:pt>
                <c:pt idx="92">
                  <c:v>41.9771</c:v>
                </c:pt>
                <c:pt idx="93">
                  <c:v>41.981</c:v>
                </c:pt>
                <c:pt idx="94">
                  <c:v>41.9854</c:v>
                </c:pt>
                <c:pt idx="95">
                  <c:v>41.9935</c:v>
                </c:pt>
                <c:pt idx="96">
                  <c:v>41.9945</c:v>
                </c:pt>
                <c:pt idx="97">
                  <c:v>42.0013</c:v>
                </c:pt>
                <c:pt idx="98">
                  <c:v>42.0121</c:v>
                </c:pt>
                <c:pt idx="99">
                  <c:v>42.0172</c:v>
                </c:pt>
                <c:pt idx="100">
                  <c:v>42.0201</c:v>
                </c:pt>
                <c:pt idx="101">
                  <c:v>42.0084</c:v>
                </c:pt>
                <c:pt idx="102">
                  <c:v>42.0084</c:v>
                </c:pt>
                <c:pt idx="103">
                  <c:v>42.0084</c:v>
                </c:pt>
                <c:pt idx="104">
                  <c:v>42.0085</c:v>
                </c:pt>
                <c:pt idx="105">
                  <c:v>42.0085</c:v>
                </c:pt>
                <c:pt idx="106">
                  <c:v>42.0085</c:v>
                </c:pt>
                <c:pt idx="107">
                  <c:v>42.0158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Sheet1!$B$111</c:f>
              <c:strCache>
                <c:ptCount val="1"/>
                <c:pt idx="0">
                  <c:v>block 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0F6E70"/>
              </a:solidFill>
              <a:ln>
                <a:noFill/>
              </a:ln>
            </c:spPr>
          </c:marker>
          <c:xVal>
            <c:numRef>
              <c:f>Sheet1!$A$112:$A$379</c:f>
              <c:numCache>
                <c:formatCode>General</c:formatCode>
                <c:ptCount val="268"/>
                <c:pt idx="0">
                  <c:v>-93.7768</c:v>
                </c:pt>
                <c:pt idx="1">
                  <c:v>-93.7768</c:v>
                </c:pt>
                <c:pt idx="2">
                  <c:v>-93.7768</c:v>
                </c:pt>
                <c:pt idx="3">
                  <c:v>-93.7767</c:v>
                </c:pt>
                <c:pt idx="4">
                  <c:v>-93.7767</c:v>
                </c:pt>
                <c:pt idx="5">
                  <c:v>-93.7767</c:v>
                </c:pt>
                <c:pt idx="6">
                  <c:v>-93.7767</c:v>
                </c:pt>
                <c:pt idx="7">
                  <c:v>-93.7767</c:v>
                </c:pt>
                <c:pt idx="8">
                  <c:v>-93.7767</c:v>
                </c:pt>
                <c:pt idx="9">
                  <c:v>-93.7766</c:v>
                </c:pt>
                <c:pt idx="10">
                  <c:v>-93.7766</c:v>
                </c:pt>
                <c:pt idx="11">
                  <c:v>-93.7766</c:v>
                </c:pt>
                <c:pt idx="12">
                  <c:v>-93.7773</c:v>
                </c:pt>
                <c:pt idx="13">
                  <c:v>-93.7795</c:v>
                </c:pt>
                <c:pt idx="14">
                  <c:v>-93.781</c:v>
                </c:pt>
                <c:pt idx="15">
                  <c:v>-93.7825</c:v>
                </c:pt>
                <c:pt idx="16">
                  <c:v>-93.784</c:v>
                </c:pt>
                <c:pt idx="17">
                  <c:v>-93.7861</c:v>
                </c:pt>
                <c:pt idx="18">
                  <c:v>-93.7878</c:v>
                </c:pt>
                <c:pt idx="19">
                  <c:v>-93.7892</c:v>
                </c:pt>
                <c:pt idx="20">
                  <c:v>-93.7906</c:v>
                </c:pt>
                <c:pt idx="21">
                  <c:v>-93.7929</c:v>
                </c:pt>
                <c:pt idx="22">
                  <c:v>-93.7944</c:v>
                </c:pt>
                <c:pt idx="23">
                  <c:v>-93.7957</c:v>
                </c:pt>
                <c:pt idx="24">
                  <c:v>-93.7972</c:v>
                </c:pt>
                <c:pt idx="25">
                  <c:v>-93.7997</c:v>
                </c:pt>
                <c:pt idx="26">
                  <c:v>-93.8015</c:v>
                </c:pt>
                <c:pt idx="27">
                  <c:v>-93.7765</c:v>
                </c:pt>
                <c:pt idx="28">
                  <c:v>-93.7765</c:v>
                </c:pt>
                <c:pt idx="29">
                  <c:v>-93.7765</c:v>
                </c:pt>
                <c:pt idx="30">
                  <c:v>-93.7765</c:v>
                </c:pt>
                <c:pt idx="31">
                  <c:v>-93.7766</c:v>
                </c:pt>
                <c:pt idx="32">
                  <c:v>-93.7766</c:v>
                </c:pt>
                <c:pt idx="33">
                  <c:v>-93.7766</c:v>
                </c:pt>
                <c:pt idx="34">
                  <c:v>-93.7766</c:v>
                </c:pt>
                <c:pt idx="35">
                  <c:v>-93.7766</c:v>
                </c:pt>
                <c:pt idx="36">
                  <c:v>-93.7766</c:v>
                </c:pt>
                <c:pt idx="37">
                  <c:v>-93.7766</c:v>
                </c:pt>
                <c:pt idx="38">
                  <c:v>-93.7765</c:v>
                </c:pt>
                <c:pt idx="39">
                  <c:v>-93.7765</c:v>
                </c:pt>
                <c:pt idx="40">
                  <c:v>-93.7765</c:v>
                </c:pt>
                <c:pt idx="41">
                  <c:v>-93.7765</c:v>
                </c:pt>
                <c:pt idx="42">
                  <c:v>-93.7765</c:v>
                </c:pt>
                <c:pt idx="43">
                  <c:v>-93.7765</c:v>
                </c:pt>
                <c:pt idx="44">
                  <c:v>-93.7765</c:v>
                </c:pt>
                <c:pt idx="45">
                  <c:v>-93.7739</c:v>
                </c:pt>
                <c:pt idx="46">
                  <c:v>-93.7739</c:v>
                </c:pt>
                <c:pt idx="47">
                  <c:v>-93.774</c:v>
                </c:pt>
                <c:pt idx="48">
                  <c:v>-93.774</c:v>
                </c:pt>
                <c:pt idx="49">
                  <c:v>-93.774</c:v>
                </c:pt>
                <c:pt idx="50">
                  <c:v>-93.774</c:v>
                </c:pt>
                <c:pt idx="51">
                  <c:v>-93.774</c:v>
                </c:pt>
                <c:pt idx="52">
                  <c:v>-93.774</c:v>
                </c:pt>
                <c:pt idx="53">
                  <c:v>-93.774</c:v>
                </c:pt>
                <c:pt idx="54">
                  <c:v>-93.7751</c:v>
                </c:pt>
                <c:pt idx="55">
                  <c:v>-93.7768</c:v>
                </c:pt>
                <c:pt idx="56">
                  <c:v>-93.7767</c:v>
                </c:pt>
                <c:pt idx="57">
                  <c:v>-93.7767</c:v>
                </c:pt>
                <c:pt idx="58">
                  <c:v>-93.7766</c:v>
                </c:pt>
                <c:pt idx="59">
                  <c:v>-93.7766</c:v>
                </c:pt>
                <c:pt idx="60">
                  <c:v>-93.7783</c:v>
                </c:pt>
                <c:pt idx="61">
                  <c:v>-93.7839</c:v>
                </c:pt>
                <c:pt idx="62">
                  <c:v>-93.7879</c:v>
                </c:pt>
                <c:pt idx="63">
                  <c:v>-93.7921</c:v>
                </c:pt>
                <c:pt idx="64">
                  <c:v>-93.7956</c:v>
                </c:pt>
                <c:pt idx="65">
                  <c:v>-93.7961</c:v>
                </c:pt>
                <c:pt idx="66">
                  <c:v>-93.7961</c:v>
                </c:pt>
                <c:pt idx="67">
                  <c:v>-93.7962</c:v>
                </c:pt>
                <c:pt idx="68">
                  <c:v>-93.7962</c:v>
                </c:pt>
                <c:pt idx="69">
                  <c:v>-93.7963</c:v>
                </c:pt>
                <c:pt idx="70">
                  <c:v>-93.7963</c:v>
                </c:pt>
                <c:pt idx="71">
                  <c:v>-93.7963</c:v>
                </c:pt>
                <c:pt idx="72">
                  <c:v>-93.7964</c:v>
                </c:pt>
                <c:pt idx="73">
                  <c:v>-93.7964</c:v>
                </c:pt>
                <c:pt idx="74">
                  <c:v>-93.7964</c:v>
                </c:pt>
                <c:pt idx="75">
                  <c:v>-93.7973</c:v>
                </c:pt>
                <c:pt idx="76">
                  <c:v>-93.8003</c:v>
                </c:pt>
                <c:pt idx="77">
                  <c:v>-93.8024</c:v>
                </c:pt>
                <c:pt idx="78">
                  <c:v>-93.8046</c:v>
                </c:pt>
                <c:pt idx="79">
                  <c:v>-93.8065</c:v>
                </c:pt>
                <c:pt idx="80">
                  <c:v>-93.774</c:v>
                </c:pt>
                <c:pt idx="81">
                  <c:v>-93.774</c:v>
                </c:pt>
                <c:pt idx="82">
                  <c:v>-93.774</c:v>
                </c:pt>
                <c:pt idx="83">
                  <c:v>-93.7741</c:v>
                </c:pt>
                <c:pt idx="84">
                  <c:v>-93.776</c:v>
                </c:pt>
                <c:pt idx="85">
                  <c:v>-93.7768</c:v>
                </c:pt>
                <c:pt idx="86">
                  <c:v>-93.7767</c:v>
                </c:pt>
                <c:pt idx="87">
                  <c:v>-93.7767</c:v>
                </c:pt>
                <c:pt idx="88">
                  <c:v>-93.7766</c:v>
                </c:pt>
                <c:pt idx="89">
                  <c:v>-93.777</c:v>
                </c:pt>
                <c:pt idx="90">
                  <c:v>-93.7793</c:v>
                </c:pt>
                <c:pt idx="91">
                  <c:v>-93.7826</c:v>
                </c:pt>
                <c:pt idx="92">
                  <c:v>-93.7877</c:v>
                </c:pt>
                <c:pt idx="93">
                  <c:v>-93.7912</c:v>
                </c:pt>
                <c:pt idx="94">
                  <c:v>-93.7952</c:v>
                </c:pt>
                <c:pt idx="95">
                  <c:v>-93.7961</c:v>
                </c:pt>
                <c:pt idx="96">
                  <c:v>-93.7961</c:v>
                </c:pt>
                <c:pt idx="97">
                  <c:v>-93.7962</c:v>
                </c:pt>
                <c:pt idx="98">
                  <c:v>-93.7963</c:v>
                </c:pt>
                <c:pt idx="99">
                  <c:v>-93.7963</c:v>
                </c:pt>
                <c:pt idx="100">
                  <c:v>-93.7964</c:v>
                </c:pt>
                <c:pt idx="101">
                  <c:v>-93.7975</c:v>
                </c:pt>
                <c:pt idx="102">
                  <c:v>-93.8002</c:v>
                </c:pt>
                <c:pt idx="103">
                  <c:v>-93.8028</c:v>
                </c:pt>
                <c:pt idx="104">
                  <c:v>-93.8071</c:v>
                </c:pt>
                <c:pt idx="105">
                  <c:v>-93.796</c:v>
                </c:pt>
                <c:pt idx="106">
                  <c:v>-93.796</c:v>
                </c:pt>
                <c:pt idx="107">
                  <c:v>-93.7961</c:v>
                </c:pt>
                <c:pt idx="108">
                  <c:v>-93.7961</c:v>
                </c:pt>
                <c:pt idx="109">
                  <c:v>-93.7961</c:v>
                </c:pt>
                <c:pt idx="110">
                  <c:v>-93.7962</c:v>
                </c:pt>
                <c:pt idx="111">
                  <c:v>-93.7962</c:v>
                </c:pt>
                <c:pt idx="112">
                  <c:v>-93.7962</c:v>
                </c:pt>
                <c:pt idx="113">
                  <c:v>-93.7864</c:v>
                </c:pt>
                <c:pt idx="114">
                  <c:v>-93.7834</c:v>
                </c:pt>
                <c:pt idx="115">
                  <c:v>-93.78</c:v>
                </c:pt>
                <c:pt idx="116">
                  <c:v>-93.774</c:v>
                </c:pt>
                <c:pt idx="117">
                  <c:v>-93.774</c:v>
                </c:pt>
                <c:pt idx="118">
                  <c:v>-93.774</c:v>
                </c:pt>
                <c:pt idx="119">
                  <c:v>-93.774</c:v>
                </c:pt>
                <c:pt idx="120">
                  <c:v>-93.774</c:v>
                </c:pt>
                <c:pt idx="121">
                  <c:v>-93.774</c:v>
                </c:pt>
                <c:pt idx="122">
                  <c:v>-93.774</c:v>
                </c:pt>
                <c:pt idx="123">
                  <c:v>-93.774</c:v>
                </c:pt>
                <c:pt idx="124">
                  <c:v>-93.774</c:v>
                </c:pt>
                <c:pt idx="125">
                  <c:v>-93.774</c:v>
                </c:pt>
                <c:pt idx="126">
                  <c:v>-93.774</c:v>
                </c:pt>
                <c:pt idx="127">
                  <c:v>-93.774</c:v>
                </c:pt>
                <c:pt idx="128">
                  <c:v>-93.774</c:v>
                </c:pt>
                <c:pt idx="129">
                  <c:v>-93.774</c:v>
                </c:pt>
                <c:pt idx="130">
                  <c:v>-93.774</c:v>
                </c:pt>
                <c:pt idx="131">
                  <c:v>-93.774</c:v>
                </c:pt>
                <c:pt idx="132">
                  <c:v>-93.774</c:v>
                </c:pt>
                <c:pt idx="133">
                  <c:v>-93.774</c:v>
                </c:pt>
                <c:pt idx="134">
                  <c:v>-93.774</c:v>
                </c:pt>
                <c:pt idx="135">
                  <c:v>-93.774</c:v>
                </c:pt>
                <c:pt idx="136">
                  <c:v>-93.774</c:v>
                </c:pt>
                <c:pt idx="137">
                  <c:v>-93.774</c:v>
                </c:pt>
                <c:pt idx="138">
                  <c:v>-93.774</c:v>
                </c:pt>
                <c:pt idx="139">
                  <c:v>-93.774</c:v>
                </c:pt>
                <c:pt idx="140">
                  <c:v>-93.774</c:v>
                </c:pt>
                <c:pt idx="141">
                  <c:v>-93.774</c:v>
                </c:pt>
                <c:pt idx="142">
                  <c:v>-93.774</c:v>
                </c:pt>
                <c:pt idx="143">
                  <c:v>-93.774</c:v>
                </c:pt>
                <c:pt idx="144">
                  <c:v>-93.774</c:v>
                </c:pt>
                <c:pt idx="145">
                  <c:v>-93.774</c:v>
                </c:pt>
                <c:pt idx="146">
                  <c:v>-93.774</c:v>
                </c:pt>
                <c:pt idx="147">
                  <c:v>-93.774</c:v>
                </c:pt>
                <c:pt idx="148">
                  <c:v>-93.774</c:v>
                </c:pt>
                <c:pt idx="149">
                  <c:v>-93.774</c:v>
                </c:pt>
                <c:pt idx="150">
                  <c:v>-93.774</c:v>
                </c:pt>
                <c:pt idx="151">
                  <c:v>-93.774</c:v>
                </c:pt>
                <c:pt idx="152">
                  <c:v>-93.774</c:v>
                </c:pt>
                <c:pt idx="153">
                  <c:v>-93.774</c:v>
                </c:pt>
                <c:pt idx="154">
                  <c:v>-93.774</c:v>
                </c:pt>
                <c:pt idx="155">
                  <c:v>-93.774</c:v>
                </c:pt>
                <c:pt idx="156">
                  <c:v>-93.774</c:v>
                </c:pt>
                <c:pt idx="157">
                  <c:v>-93.774</c:v>
                </c:pt>
                <c:pt idx="158">
                  <c:v>-93.774</c:v>
                </c:pt>
                <c:pt idx="159">
                  <c:v>-93.774</c:v>
                </c:pt>
                <c:pt idx="160">
                  <c:v>-93.774</c:v>
                </c:pt>
                <c:pt idx="161">
                  <c:v>-93.774</c:v>
                </c:pt>
                <c:pt idx="162">
                  <c:v>-93.774</c:v>
                </c:pt>
                <c:pt idx="163">
                  <c:v>-93.774</c:v>
                </c:pt>
                <c:pt idx="164">
                  <c:v>-93.774</c:v>
                </c:pt>
                <c:pt idx="165">
                  <c:v>-93.7741</c:v>
                </c:pt>
                <c:pt idx="166">
                  <c:v>-93.7747</c:v>
                </c:pt>
                <c:pt idx="167">
                  <c:v>-93.7764</c:v>
                </c:pt>
                <c:pt idx="168">
                  <c:v>-93.7768</c:v>
                </c:pt>
                <c:pt idx="169">
                  <c:v>-93.7767</c:v>
                </c:pt>
                <c:pt idx="170">
                  <c:v>-93.7766</c:v>
                </c:pt>
                <c:pt idx="171">
                  <c:v>-93.7766</c:v>
                </c:pt>
                <c:pt idx="172">
                  <c:v>-93.7766</c:v>
                </c:pt>
                <c:pt idx="173">
                  <c:v>-93.7766</c:v>
                </c:pt>
                <c:pt idx="174">
                  <c:v>-93.7766</c:v>
                </c:pt>
                <c:pt idx="175">
                  <c:v>-93.7765</c:v>
                </c:pt>
                <c:pt idx="176">
                  <c:v>-93.7765</c:v>
                </c:pt>
                <c:pt idx="177">
                  <c:v>-93.7927</c:v>
                </c:pt>
                <c:pt idx="178">
                  <c:v>-93.7893</c:v>
                </c:pt>
                <c:pt idx="179">
                  <c:v>-93.7804</c:v>
                </c:pt>
                <c:pt idx="180">
                  <c:v>-93.777</c:v>
                </c:pt>
                <c:pt idx="181">
                  <c:v>-93.7768</c:v>
                </c:pt>
                <c:pt idx="182">
                  <c:v>-93.7748</c:v>
                </c:pt>
                <c:pt idx="183">
                  <c:v>-93.774</c:v>
                </c:pt>
                <c:pt idx="184">
                  <c:v>-93.7741</c:v>
                </c:pt>
                <c:pt idx="185">
                  <c:v>-93.7741</c:v>
                </c:pt>
                <c:pt idx="186">
                  <c:v>-93.7741</c:v>
                </c:pt>
                <c:pt idx="187">
                  <c:v>-93.7741</c:v>
                </c:pt>
                <c:pt idx="188">
                  <c:v>-93.7741</c:v>
                </c:pt>
                <c:pt idx="189">
                  <c:v>-93.7741</c:v>
                </c:pt>
                <c:pt idx="190">
                  <c:v>-93.7741</c:v>
                </c:pt>
                <c:pt idx="191">
                  <c:v>-93.774</c:v>
                </c:pt>
                <c:pt idx="192">
                  <c:v>-93.7741</c:v>
                </c:pt>
                <c:pt idx="193">
                  <c:v>-93.774</c:v>
                </c:pt>
                <c:pt idx="194">
                  <c:v>-93.774</c:v>
                </c:pt>
                <c:pt idx="195">
                  <c:v>-93.774</c:v>
                </c:pt>
                <c:pt idx="196">
                  <c:v>-93.774</c:v>
                </c:pt>
                <c:pt idx="197">
                  <c:v>-93.774</c:v>
                </c:pt>
                <c:pt idx="198">
                  <c:v>-93.774</c:v>
                </c:pt>
                <c:pt idx="199">
                  <c:v>-93.774</c:v>
                </c:pt>
                <c:pt idx="200">
                  <c:v>-93.774</c:v>
                </c:pt>
                <c:pt idx="201">
                  <c:v>-93.774</c:v>
                </c:pt>
                <c:pt idx="202">
                  <c:v>-93.774</c:v>
                </c:pt>
                <c:pt idx="203">
                  <c:v>-93.7745</c:v>
                </c:pt>
                <c:pt idx="204">
                  <c:v>-93.7762</c:v>
                </c:pt>
                <c:pt idx="205">
                  <c:v>-93.7767</c:v>
                </c:pt>
                <c:pt idx="206">
                  <c:v>-93.7767</c:v>
                </c:pt>
                <c:pt idx="207">
                  <c:v>-93.7766</c:v>
                </c:pt>
                <c:pt idx="208">
                  <c:v>-93.7766</c:v>
                </c:pt>
                <c:pt idx="209">
                  <c:v>-93.7766</c:v>
                </c:pt>
                <c:pt idx="210">
                  <c:v>-93.7767</c:v>
                </c:pt>
                <c:pt idx="211">
                  <c:v>-93.7788</c:v>
                </c:pt>
                <c:pt idx="212">
                  <c:v>-93.7822</c:v>
                </c:pt>
                <c:pt idx="213">
                  <c:v>-93.7861</c:v>
                </c:pt>
                <c:pt idx="214">
                  <c:v>-93.7903</c:v>
                </c:pt>
                <c:pt idx="215">
                  <c:v>-93.7933</c:v>
                </c:pt>
                <c:pt idx="216">
                  <c:v>-93.796</c:v>
                </c:pt>
                <c:pt idx="217">
                  <c:v>-93.799</c:v>
                </c:pt>
                <c:pt idx="218">
                  <c:v>-93.8111</c:v>
                </c:pt>
                <c:pt idx="219">
                  <c:v>-93.7875</c:v>
                </c:pt>
                <c:pt idx="220">
                  <c:v>-93.7849</c:v>
                </c:pt>
                <c:pt idx="221">
                  <c:v>-93.7807</c:v>
                </c:pt>
                <c:pt idx="222">
                  <c:v>-93.7772</c:v>
                </c:pt>
                <c:pt idx="223">
                  <c:v>-93.774</c:v>
                </c:pt>
                <c:pt idx="224">
                  <c:v>-93.7699</c:v>
                </c:pt>
                <c:pt idx="225">
                  <c:v>-93.7669</c:v>
                </c:pt>
                <c:pt idx="226">
                  <c:v>-93.7636</c:v>
                </c:pt>
                <c:pt idx="227">
                  <c:v>-93.7605</c:v>
                </c:pt>
                <c:pt idx="228">
                  <c:v>-93.7562</c:v>
                </c:pt>
                <c:pt idx="229">
                  <c:v>-93.753</c:v>
                </c:pt>
                <c:pt idx="230">
                  <c:v>-93.774</c:v>
                </c:pt>
                <c:pt idx="231">
                  <c:v>-93.774</c:v>
                </c:pt>
                <c:pt idx="232">
                  <c:v>-93.774</c:v>
                </c:pt>
                <c:pt idx="233">
                  <c:v>-93.774</c:v>
                </c:pt>
                <c:pt idx="234">
                  <c:v>-93.774</c:v>
                </c:pt>
                <c:pt idx="235">
                  <c:v>-93.774</c:v>
                </c:pt>
                <c:pt idx="236">
                  <c:v>-93.774</c:v>
                </c:pt>
                <c:pt idx="237">
                  <c:v>-93.774</c:v>
                </c:pt>
                <c:pt idx="238">
                  <c:v>-93.774</c:v>
                </c:pt>
                <c:pt idx="239">
                  <c:v>-93.774</c:v>
                </c:pt>
                <c:pt idx="240">
                  <c:v>-93.7741</c:v>
                </c:pt>
                <c:pt idx="241">
                  <c:v>-93.7742</c:v>
                </c:pt>
                <c:pt idx="242">
                  <c:v>-93.7765</c:v>
                </c:pt>
                <c:pt idx="243">
                  <c:v>-93.7768</c:v>
                </c:pt>
                <c:pt idx="244">
                  <c:v>-93.7767</c:v>
                </c:pt>
                <c:pt idx="245">
                  <c:v>-93.7767</c:v>
                </c:pt>
                <c:pt idx="246">
                  <c:v>-93.7766</c:v>
                </c:pt>
                <c:pt idx="247">
                  <c:v>-93.7766</c:v>
                </c:pt>
                <c:pt idx="248">
                  <c:v>-93.7747</c:v>
                </c:pt>
                <c:pt idx="249">
                  <c:v>-93.7737</c:v>
                </c:pt>
                <c:pt idx="250">
                  <c:v>-93.772</c:v>
                </c:pt>
                <c:pt idx="251">
                  <c:v>-93.7702</c:v>
                </c:pt>
                <c:pt idx="252">
                  <c:v>-93.7616</c:v>
                </c:pt>
                <c:pt idx="253">
                  <c:v>-93.7601</c:v>
                </c:pt>
                <c:pt idx="254">
                  <c:v>-93.7525</c:v>
                </c:pt>
                <c:pt idx="255">
                  <c:v>-93.7509</c:v>
                </c:pt>
                <c:pt idx="256">
                  <c:v>-93.7573</c:v>
                </c:pt>
                <c:pt idx="257">
                  <c:v>-93.7573</c:v>
                </c:pt>
                <c:pt idx="258">
                  <c:v>-93.7572</c:v>
                </c:pt>
                <c:pt idx="259">
                  <c:v>-93.7572</c:v>
                </c:pt>
                <c:pt idx="260">
                  <c:v>-93.7571</c:v>
                </c:pt>
                <c:pt idx="261">
                  <c:v>-93.7571</c:v>
                </c:pt>
                <c:pt idx="262">
                  <c:v>-93.757</c:v>
                </c:pt>
                <c:pt idx="263">
                  <c:v>-93.757</c:v>
                </c:pt>
                <c:pt idx="264">
                  <c:v>-93.757</c:v>
                </c:pt>
                <c:pt idx="265">
                  <c:v>-93.7569</c:v>
                </c:pt>
                <c:pt idx="266">
                  <c:v>-93.7569</c:v>
                </c:pt>
                <c:pt idx="267">
                  <c:v>-93.7569</c:v>
                </c:pt>
              </c:numCache>
            </c:numRef>
          </c:xVal>
          <c:yVal>
            <c:numRef>
              <c:f>Sheet1!$B$112:$B$379</c:f>
              <c:numCache>
                <c:formatCode>General</c:formatCode>
                <c:ptCount val="268"/>
                <c:pt idx="0">
                  <c:v>42.0205</c:v>
                </c:pt>
                <c:pt idx="1">
                  <c:v>42.0196</c:v>
                </c:pt>
                <c:pt idx="2">
                  <c:v>42.0195</c:v>
                </c:pt>
                <c:pt idx="3">
                  <c:v>42.019</c:v>
                </c:pt>
                <c:pt idx="4">
                  <c:v>42.0183</c:v>
                </c:pt>
                <c:pt idx="5">
                  <c:v>42.0171</c:v>
                </c:pt>
                <c:pt idx="6">
                  <c:v>42.0159</c:v>
                </c:pt>
                <c:pt idx="7">
                  <c:v>42.0147</c:v>
                </c:pt>
                <c:pt idx="8">
                  <c:v>42.0134</c:v>
                </c:pt>
                <c:pt idx="9">
                  <c:v>42.0115</c:v>
                </c:pt>
                <c:pt idx="10">
                  <c:v>42.0102</c:v>
                </c:pt>
                <c:pt idx="11">
                  <c:v>42.0092</c:v>
                </c:pt>
                <c:pt idx="12">
                  <c:v>42.0089</c:v>
                </c:pt>
                <c:pt idx="13">
                  <c:v>42.0088</c:v>
                </c:pt>
                <c:pt idx="14">
                  <c:v>42.0088</c:v>
                </c:pt>
                <c:pt idx="15">
                  <c:v>42.0088</c:v>
                </c:pt>
                <c:pt idx="16">
                  <c:v>42.0088</c:v>
                </c:pt>
                <c:pt idx="17">
                  <c:v>42.0087</c:v>
                </c:pt>
                <c:pt idx="18">
                  <c:v>42.0087</c:v>
                </c:pt>
                <c:pt idx="19">
                  <c:v>42.0087</c:v>
                </c:pt>
                <c:pt idx="20">
                  <c:v>42.0086</c:v>
                </c:pt>
                <c:pt idx="21">
                  <c:v>42.0086</c:v>
                </c:pt>
                <c:pt idx="22">
                  <c:v>42.0086</c:v>
                </c:pt>
                <c:pt idx="23">
                  <c:v>42.0086</c:v>
                </c:pt>
                <c:pt idx="24">
                  <c:v>42.0086</c:v>
                </c:pt>
                <c:pt idx="25">
                  <c:v>42.0085</c:v>
                </c:pt>
                <c:pt idx="26">
                  <c:v>42.0085</c:v>
                </c:pt>
                <c:pt idx="27">
                  <c:v>41.9981</c:v>
                </c:pt>
                <c:pt idx="28">
                  <c:v>41.9992</c:v>
                </c:pt>
                <c:pt idx="29">
                  <c:v>42.0002</c:v>
                </c:pt>
                <c:pt idx="30">
                  <c:v>42.004</c:v>
                </c:pt>
                <c:pt idx="31">
                  <c:v>42.0075</c:v>
                </c:pt>
                <c:pt idx="32">
                  <c:v>42.0088</c:v>
                </c:pt>
                <c:pt idx="33">
                  <c:v>42.0089</c:v>
                </c:pt>
                <c:pt idx="34">
                  <c:v>42.0087</c:v>
                </c:pt>
                <c:pt idx="35">
                  <c:v>42.0079</c:v>
                </c:pt>
                <c:pt idx="36">
                  <c:v>42.0068</c:v>
                </c:pt>
                <c:pt idx="37">
                  <c:v>42.0056</c:v>
                </c:pt>
                <c:pt idx="38">
                  <c:v>42.0045</c:v>
                </c:pt>
                <c:pt idx="39">
                  <c:v>42.003</c:v>
                </c:pt>
                <c:pt idx="40">
                  <c:v>42.0017</c:v>
                </c:pt>
                <c:pt idx="41">
                  <c:v>42.0004</c:v>
                </c:pt>
                <c:pt idx="42">
                  <c:v>41.999</c:v>
                </c:pt>
                <c:pt idx="43">
                  <c:v>41.9979</c:v>
                </c:pt>
                <c:pt idx="44">
                  <c:v>41.9974</c:v>
                </c:pt>
                <c:pt idx="45">
                  <c:v>42.0212</c:v>
                </c:pt>
                <c:pt idx="46">
                  <c:v>42.0213</c:v>
                </c:pt>
                <c:pt idx="47">
                  <c:v>42.0213</c:v>
                </c:pt>
                <c:pt idx="48">
                  <c:v>42.0213</c:v>
                </c:pt>
                <c:pt idx="49">
                  <c:v>42.0213</c:v>
                </c:pt>
                <c:pt idx="50">
                  <c:v>42.0212</c:v>
                </c:pt>
                <c:pt idx="51">
                  <c:v>42.0213</c:v>
                </c:pt>
                <c:pt idx="52">
                  <c:v>42.0213</c:v>
                </c:pt>
                <c:pt idx="53">
                  <c:v>42.021</c:v>
                </c:pt>
                <c:pt idx="54">
                  <c:v>42.0206</c:v>
                </c:pt>
                <c:pt idx="55">
                  <c:v>42.0204</c:v>
                </c:pt>
                <c:pt idx="56">
                  <c:v>42.0186</c:v>
                </c:pt>
                <c:pt idx="57">
                  <c:v>42.0144</c:v>
                </c:pt>
                <c:pt idx="58">
                  <c:v>42.0112</c:v>
                </c:pt>
                <c:pt idx="59">
                  <c:v>42.009</c:v>
                </c:pt>
                <c:pt idx="60">
                  <c:v>42.0089</c:v>
                </c:pt>
                <c:pt idx="61">
                  <c:v>42.0088</c:v>
                </c:pt>
                <c:pt idx="62">
                  <c:v>42.0087</c:v>
                </c:pt>
                <c:pt idx="63">
                  <c:v>42.0086</c:v>
                </c:pt>
                <c:pt idx="64">
                  <c:v>42.0086</c:v>
                </c:pt>
                <c:pt idx="65">
                  <c:v>42.01</c:v>
                </c:pt>
                <c:pt idx="66">
                  <c:v>42.0111</c:v>
                </c:pt>
                <c:pt idx="67">
                  <c:v>42.0123</c:v>
                </c:pt>
                <c:pt idx="68">
                  <c:v>42.0152</c:v>
                </c:pt>
                <c:pt idx="69">
                  <c:v>42.0163</c:v>
                </c:pt>
                <c:pt idx="70">
                  <c:v>42.0176</c:v>
                </c:pt>
                <c:pt idx="71">
                  <c:v>42.0189</c:v>
                </c:pt>
                <c:pt idx="72">
                  <c:v>42.0209</c:v>
                </c:pt>
                <c:pt idx="73">
                  <c:v>42.0223</c:v>
                </c:pt>
                <c:pt idx="74">
                  <c:v>42.023</c:v>
                </c:pt>
                <c:pt idx="75">
                  <c:v>42.0231</c:v>
                </c:pt>
                <c:pt idx="76">
                  <c:v>42.0231</c:v>
                </c:pt>
                <c:pt idx="77">
                  <c:v>42.0231</c:v>
                </c:pt>
                <c:pt idx="78">
                  <c:v>42.0231</c:v>
                </c:pt>
                <c:pt idx="79">
                  <c:v>42.0231</c:v>
                </c:pt>
                <c:pt idx="80">
                  <c:v>42.0212</c:v>
                </c:pt>
                <c:pt idx="81">
                  <c:v>42.0212</c:v>
                </c:pt>
                <c:pt idx="82">
                  <c:v>42.0212</c:v>
                </c:pt>
                <c:pt idx="83">
                  <c:v>42.021</c:v>
                </c:pt>
                <c:pt idx="84">
                  <c:v>42.0206</c:v>
                </c:pt>
                <c:pt idx="85">
                  <c:v>42.02</c:v>
                </c:pt>
                <c:pt idx="86">
                  <c:v>42.0176</c:v>
                </c:pt>
                <c:pt idx="87">
                  <c:v>42.015</c:v>
                </c:pt>
                <c:pt idx="88">
                  <c:v>42.0105</c:v>
                </c:pt>
                <c:pt idx="89">
                  <c:v>42.0089</c:v>
                </c:pt>
                <c:pt idx="90">
                  <c:v>42.0089</c:v>
                </c:pt>
                <c:pt idx="91">
                  <c:v>42.0088</c:v>
                </c:pt>
                <c:pt idx="92">
                  <c:v>42.0087</c:v>
                </c:pt>
                <c:pt idx="93">
                  <c:v>42.0086</c:v>
                </c:pt>
                <c:pt idx="94">
                  <c:v>42.0086</c:v>
                </c:pt>
                <c:pt idx="95">
                  <c:v>42.009</c:v>
                </c:pt>
                <c:pt idx="96">
                  <c:v>42.0117</c:v>
                </c:pt>
                <c:pt idx="97">
                  <c:v>42.014</c:v>
                </c:pt>
                <c:pt idx="98">
                  <c:v>42.0162</c:v>
                </c:pt>
                <c:pt idx="99">
                  <c:v>42.0184</c:v>
                </c:pt>
                <c:pt idx="100">
                  <c:v>42.023</c:v>
                </c:pt>
                <c:pt idx="101">
                  <c:v>42.0231</c:v>
                </c:pt>
                <c:pt idx="102">
                  <c:v>42.0231</c:v>
                </c:pt>
                <c:pt idx="103">
                  <c:v>42.0231</c:v>
                </c:pt>
                <c:pt idx="104">
                  <c:v>42.0231</c:v>
                </c:pt>
                <c:pt idx="105">
                  <c:v>42.0064</c:v>
                </c:pt>
                <c:pt idx="106">
                  <c:v>42.0087</c:v>
                </c:pt>
                <c:pt idx="107">
                  <c:v>42.0098</c:v>
                </c:pt>
                <c:pt idx="108">
                  <c:v>42.0111</c:v>
                </c:pt>
                <c:pt idx="109">
                  <c:v>42.0124</c:v>
                </c:pt>
                <c:pt idx="110">
                  <c:v>42.0143</c:v>
                </c:pt>
                <c:pt idx="111">
                  <c:v>42.0154</c:v>
                </c:pt>
                <c:pt idx="112">
                  <c:v>42.0166</c:v>
                </c:pt>
                <c:pt idx="113">
                  <c:v>42.0236</c:v>
                </c:pt>
                <c:pt idx="114">
                  <c:v>42.0232</c:v>
                </c:pt>
                <c:pt idx="115">
                  <c:v>42.0231</c:v>
                </c:pt>
                <c:pt idx="116">
                  <c:v>42.0211</c:v>
                </c:pt>
                <c:pt idx="117">
                  <c:v>42.0211</c:v>
                </c:pt>
                <c:pt idx="118">
                  <c:v>42.0211</c:v>
                </c:pt>
                <c:pt idx="119">
                  <c:v>42.0211</c:v>
                </c:pt>
                <c:pt idx="120">
                  <c:v>42.0211</c:v>
                </c:pt>
                <c:pt idx="121">
                  <c:v>42.0211</c:v>
                </c:pt>
                <c:pt idx="122">
                  <c:v>42.0211</c:v>
                </c:pt>
                <c:pt idx="123">
                  <c:v>42.0211</c:v>
                </c:pt>
                <c:pt idx="124">
                  <c:v>42.0211</c:v>
                </c:pt>
                <c:pt idx="125">
                  <c:v>42.0211</c:v>
                </c:pt>
                <c:pt idx="126">
                  <c:v>42.0211</c:v>
                </c:pt>
                <c:pt idx="127">
                  <c:v>42.0211</c:v>
                </c:pt>
                <c:pt idx="128">
                  <c:v>42.0211</c:v>
                </c:pt>
                <c:pt idx="129">
                  <c:v>42.0211</c:v>
                </c:pt>
                <c:pt idx="130">
                  <c:v>42.0211</c:v>
                </c:pt>
                <c:pt idx="131">
                  <c:v>42.0211</c:v>
                </c:pt>
                <c:pt idx="132">
                  <c:v>42.0211</c:v>
                </c:pt>
                <c:pt idx="133">
                  <c:v>42.0211</c:v>
                </c:pt>
                <c:pt idx="134">
                  <c:v>42.0211</c:v>
                </c:pt>
                <c:pt idx="135">
                  <c:v>42.0211</c:v>
                </c:pt>
                <c:pt idx="136">
                  <c:v>42.0211</c:v>
                </c:pt>
                <c:pt idx="137">
                  <c:v>42.0211</c:v>
                </c:pt>
                <c:pt idx="138">
                  <c:v>42.0211</c:v>
                </c:pt>
                <c:pt idx="139">
                  <c:v>42.0211</c:v>
                </c:pt>
                <c:pt idx="140">
                  <c:v>42.0211</c:v>
                </c:pt>
                <c:pt idx="141">
                  <c:v>42.0211</c:v>
                </c:pt>
                <c:pt idx="142">
                  <c:v>42.0211</c:v>
                </c:pt>
                <c:pt idx="143">
                  <c:v>42.0211</c:v>
                </c:pt>
                <c:pt idx="144">
                  <c:v>42.0211</c:v>
                </c:pt>
                <c:pt idx="145">
                  <c:v>42.0211</c:v>
                </c:pt>
                <c:pt idx="146">
                  <c:v>42.0211</c:v>
                </c:pt>
                <c:pt idx="147">
                  <c:v>42.0211</c:v>
                </c:pt>
                <c:pt idx="148">
                  <c:v>42.0211</c:v>
                </c:pt>
                <c:pt idx="149">
                  <c:v>42.0211</c:v>
                </c:pt>
                <c:pt idx="150">
                  <c:v>42.0211</c:v>
                </c:pt>
                <c:pt idx="151">
                  <c:v>42.0211</c:v>
                </c:pt>
                <c:pt idx="152">
                  <c:v>42.0211</c:v>
                </c:pt>
                <c:pt idx="153">
                  <c:v>42.0211</c:v>
                </c:pt>
                <c:pt idx="154">
                  <c:v>42.0211</c:v>
                </c:pt>
                <c:pt idx="155">
                  <c:v>42.0211</c:v>
                </c:pt>
                <c:pt idx="156">
                  <c:v>42.0211</c:v>
                </c:pt>
                <c:pt idx="157">
                  <c:v>42.0211</c:v>
                </c:pt>
                <c:pt idx="158">
                  <c:v>42.0211</c:v>
                </c:pt>
                <c:pt idx="159">
                  <c:v>42.0211</c:v>
                </c:pt>
                <c:pt idx="160">
                  <c:v>42.0211</c:v>
                </c:pt>
                <c:pt idx="161">
                  <c:v>42.0211</c:v>
                </c:pt>
                <c:pt idx="162">
                  <c:v>42.0211</c:v>
                </c:pt>
                <c:pt idx="163">
                  <c:v>42.0211</c:v>
                </c:pt>
                <c:pt idx="164">
                  <c:v>42.0211</c:v>
                </c:pt>
                <c:pt idx="165">
                  <c:v>42.0211</c:v>
                </c:pt>
                <c:pt idx="166">
                  <c:v>42.0206</c:v>
                </c:pt>
                <c:pt idx="167">
                  <c:v>42.0206</c:v>
                </c:pt>
                <c:pt idx="168">
                  <c:v>42.0191</c:v>
                </c:pt>
                <c:pt idx="169">
                  <c:v>42.0162</c:v>
                </c:pt>
                <c:pt idx="170">
                  <c:v>42.0129</c:v>
                </c:pt>
                <c:pt idx="171">
                  <c:v>42.0098</c:v>
                </c:pt>
                <c:pt idx="172">
                  <c:v>42.0067</c:v>
                </c:pt>
                <c:pt idx="173">
                  <c:v>42.0067</c:v>
                </c:pt>
                <c:pt idx="174">
                  <c:v>42.0065</c:v>
                </c:pt>
                <c:pt idx="175">
                  <c:v>42.0039</c:v>
                </c:pt>
                <c:pt idx="176">
                  <c:v>41.9987</c:v>
                </c:pt>
                <c:pt idx="177">
                  <c:v>42.027</c:v>
                </c:pt>
                <c:pt idx="178">
                  <c:v>42.0251</c:v>
                </c:pt>
                <c:pt idx="179">
                  <c:v>42.0231</c:v>
                </c:pt>
                <c:pt idx="180">
                  <c:v>42.0232</c:v>
                </c:pt>
                <c:pt idx="181">
                  <c:v>42.022</c:v>
                </c:pt>
                <c:pt idx="182">
                  <c:v>42.0218</c:v>
                </c:pt>
                <c:pt idx="183">
                  <c:v>42.0214</c:v>
                </c:pt>
                <c:pt idx="184">
                  <c:v>42.0214</c:v>
                </c:pt>
                <c:pt idx="185">
                  <c:v>42.0214</c:v>
                </c:pt>
                <c:pt idx="186">
                  <c:v>42.0214</c:v>
                </c:pt>
                <c:pt idx="187">
                  <c:v>42.0214</c:v>
                </c:pt>
                <c:pt idx="188">
                  <c:v>42.0214</c:v>
                </c:pt>
                <c:pt idx="189">
                  <c:v>42.0214</c:v>
                </c:pt>
                <c:pt idx="190">
                  <c:v>42.0214</c:v>
                </c:pt>
                <c:pt idx="191">
                  <c:v>42.0214</c:v>
                </c:pt>
                <c:pt idx="192">
                  <c:v>42.0214</c:v>
                </c:pt>
                <c:pt idx="193">
                  <c:v>42.0214</c:v>
                </c:pt>
                <c:pt idx="194">
                  <c:v>42.0214</c:v>
                </c:pt>
                <c:pt idx="195">
                  <c:v>42.0214</c:v>
                </c:pt>
                <c:pt idx="196">
                  <c:v>42.0214</c:v>
                </c:pt>
                <c:pt idx="197">
                  <c:v>42.0214</c:v>
                </c:pt>
                <c:pt idx="198">
                  <c:v>42.0214</c:v>
                </c:pt>
                <c:pt idx="199">
                  <c:v>42.0214</c:v>
                </c:pt>
                <c:pt idx="200">
                  <c:v>42.0214</c:v>
                </c:pt>
                <c:pt idx="201">
                  <c:v>42.0214</c:v>
                </c:pt>
                <c:pt idx="202">
                  <c:v>42.0213</c:v>
                </c:pt>
                <c:pt idx="203">
                  <c:v>42.0206</c:v>
                </c:pt>
                <c:pt idx="204">
                  <c:v>42.0206</c:v>
                </c:pt>
                <c:pt idx="205">
                  <c:v>42.02</c:v>
                </c:pt>
                <c:pt idx="206">
                  <c:v>42.0169</c:v>
                </c:pt>
                <c:pt idx="207">
                  <c:v>42.0145</c:v>
                </c:pt>
                <c:pt idx="208">
                  <c:v>42.013</c:v>
                </c:pt>
                <c:pt idx="209">
                  <c:v>42.0113</c:v>
                </c:pt>
                <c:pt idx="210">
                  <c:v>42.0088</c:v>
                </c:pt>
                <c:pt idx="211">
                  <c:v>42.0088</c:v>
                </c:pt>
                <c:pt idx="212">
                  <c:v>42.0088</c:v>
                </c:pt>
                <c:pt idx="213">
                  <c:v>42.0087</c:v>
                </c:pt>
                <c:pt idx="214">
                  <c:v>42.0087</c:v>
                </c:pt>
                <c:pt idx="215">
                  <c:v>42.0086</c:v>
                </c:pt>
                <c:pt idx="216">
                  <c:v>42.0086</c:v>
                </c:pt>
                <c:pt idx="217">
                  <c:v>42.0086</c:v>
                </c:pt>
                <c:pt idx="218">
                  <c:v>42.023</c:v>
                </c:pt>
                <c:pt idx="219">
                  <c:v>42.0233</c:v>
                </c:pt>
                <c:pt idx="220">
                  <c:v>42.0234</c:v>
                </c:pt>
                <c:pt idx="221">
                  <c:v>42.0231</c:v>
                </c:pt>
                <c:pt idx="222">
                  <c:v>42.0232</c:v>
                </c:pt>
                <c:pt idx="223">
                  <c:v>42.0232</c:v>
                </c:pt>
                <c:pt idx="224">
                  <c:v>42.0232</c:v>
                </c:pt>
                <c:pt idx="225">
                  <c:v>42.0232</c:v>
                </c:pt>
                <c:pt idx="226">
                  <c:v>42.0232</c:v>
                </c:pt>
                <c:pt idx="227">
                  <c:v>42.0233</c:v>
                </c:pt>
                <c:pt idx="228">
                  <c:v>42.0233</c:v>
                </c:pt>
                <c:pt idx="229">
                  <c:v>42.0232</c:v>
                </c:pt>
                <c:pt idx="230">
                  <c:v>42.0211</c:v>
                </c:pt>
                <c:pt idx="231">
                  <c:v>42.0211</c:v>
                </c:pt>
                <c:pt idx="232">
                  <c:v>42.0211</c:v>
                </c:pt>
                <c:pt idx="233">
                  <c:v>42.0211</c:v>
                </c:pt>
                <c:pt idx="234">
                  <c:v>42.0211</c:v>
                </c:pt>
                <c:pt idx="235">
                  <c:v>42.0211</c:v>
                </c:pt>
                <c:pt idx="236">
                  <c:v>42.0211</c:v>
                </c:pt>
                <c:pt idx="237">
                  <c:v>42.0211</c:v>
                </c:pt>
                <c:pt idx="238">
                  <c:v>42.0211</c:v>
                </c:pt>
                <c:pt idx="239">
                  <c:v>42.0211</c:v>
                </c:pt>
                <c:pt idx="240">
                  <c:v>42.0212</c:v>
                </c:pt>
                <c:pt idx="241">
                  <c:v>42.0207</c:v>
                </c:pt>
                <c:pt idx="242">
                  <c:v>42.0206</c:v>
                </c:pt>
                <c:pt idx="243">
                  <c:v>42.0194</c:v>
                </c:pt>
                <c:pt idx="244">
                  <c:v>42.0166</c:v>
                </c:pt>
                <c:pt idx="245">
                  <c:v>42.0133</c:v>
                </c:pt>
                <c:pt idx="246">
                  <c:v>42.0091</c:v>
                </c:pt>
                <c:pt idx="247">
                  <c:v>42.009</c:v>
                </c:pt>
                <c:pt idx="248">
                  <c:v>42.0089</c:v>
                </c:pt>
                <c:pt idx="249">
                  <c:v>42.0089</c:v>
                </c:pt>
                <c:pt idx="250">
                  <c:v>42.0089</c:v>
                </c:pt>
                <c:pt idx="251">
                  <c:v>42.0088</c:v>
                </c:pt>
                <c:pt idx="252">
                  <c:v>42.0089</c:v>
                </c:pt>
                <c:pt idx="253">
                  <c:v>42.0089</c:v>
                </c:pt>
                <c:pt idx="254">
                  <c:v>42.0089</c:v>
                </c:pt>
                <c:pt idx="255">
                  <c:v>42.0089</c:v>
                </c:pt>
                <c:pt idx="256">
                  <c:v>42.0217</c:v>
                </c:pt>
                <c:pt idx="257">
                  <c:v>42.0206</c:v>
                </c:pt>
                <c:pt idx="258">
                  <c:v>42.0195</c:v>
                </c:pt>
                <c:pt idx="259">
                  <c:v>42.0169</c:v>
                </c:pt>
                <c:pt idx="260">
                  <c:v>42.0046</c:v>
                </c:pt>
                <c:pt idx="261">
                  <c:v>42.0012</c:v>
                </c:pt>
                <c:pt idx="262">
                  <c:v>41.9994</c:v>
                </c:pt>
                <c:pt idx="263">
                  <c:v>41.9965</c:v>
                </c:pt>
                <c:pt idx="264">
                  <c:v>41.9953</c:v>
                </c:pt>
                <c:pt idx="265">
                  <c:v>41.9935</c:v>
                </c:pt>
                <c:pt idx="266">
                  <c:v>41.9923</c:v>
                </c:pt>
                <c:pt idx="267">
                  <c:v>41.991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Sheet1!$B$381</c:f>
              <c:strCache>
                <c:ptCount val="1"/>
                <c:pt idx="0">
                  <c:v>block 2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5B3A9B"/>
              </a:solidFill>
              <a:ln>
                <a:noFill/>
              </a:ln>
            </c:spPr>
          </c:marker>
          <c:xVal>
            <c:numRef>
              <c:f>Sheet1!$A$382:$A$460</c:f>
              <c:numCache>
                <c:formatCode>General</c:formatCode>
                <c:ptCount val="79"/>
                <c:pt idx="0">
                  <c:v>-93.6786</c:v>
                </c:pt>
                <c:pt idx="1">
                  <c:v>-93.6786</c:v>
                </c:pt>
                <c:pt idx="2">
                  <c:v>-93.7042</c:v>
                </c:pt>
                <c:pt idx="3">
                  <c:v>-93.7374</c:v>
                </c:pt>
                <c:pt idx="4">
                  <c:v>-93.7302</c:v>
                </c:pt>
                <c:pt idx="5">
                  <c:v>-93.7283</c:v>
                </c:pt>
                <c:pt idx="6">
                  <c:v>-93.7169</c:v>
                </c:pt>
                <c:pt idx="7">
                  <c:v>-93.7154</c:v>
                </c:pt>
                <c:pt idx="8">
                  <c:v>-93.7139</c:v>
                </c:pt>
                <c:pt idx="9">
                  <c:v>-93.7052</c:v>
                </c:pt>
                <c:pt idx="10">
                  <c:v>-93.7022</c:v>
                </c:pt>
                <c:pt idx="11">
                  <c:v>-93.7006</c:v>
                </c:pt>
                <c:pt idx="12">
                  <c:v>-93.6989</c:v>
                </c:pt>
                <c:pt idx="13">
                  <c:v>-93.6968</c:v>
                </c:pt>
                <c:pt idx="14">
                  <c:v>-93.691</c:v>
                </c:pt>
                <c:pt idx="15">
                  <c:v>-93.6893</c:v>
                </c:pt>
                <c:pt idx="16">
                  <c:v>-93.6867</c:v>
                </c:pt>
                <c:pt idx="17">
                  <c:v>-93.6836</c:v>
                </c:pt>
                <c:pt idx="18">
                  <c:v>-93.6822</c:v>
                </c:pt>
                <c:pt idx="19">
                  <c:v>-93.6797</c:v>
                </c:pt>
                <c:pt idx="20">
                  <c:v>-93.6783</c:v>
                </c:pt>
                <c:pt idx="21">
                  <c:v>-93.6782</c:v>
                </c:pt>
                <c:pt idx="22">
                  <c:v>-93.6783</c:v>
                </c:pt>
                <c:pt idx="23">
                  <c:v>-93.6783</c:v>
                </c:pt>
                <c:pt idx="24">
                  <c:v>-93.6783</c:v>
                </c:pt>
                <c:pt idx="25">
                  <c:v>-93.6783</c:v>
                </c:pt>
                <c:pt idx="26">
                  <c:v>-93.6783</c:v>
                </c:pt>
                <c:pt idx="27">
                  <c:v>-93.6783</c:v>
                </c:pt>
                <c:pt idx="28">
                  <c:v>-93.6783</c:v>
                </c:pt>
                <c:pt idx="29">
                  <c:v>-93.6783</c:v>
                </c:pt>
                <c:pt idx="30">
                  <c:v>-93.6783</c:v>
                </c:pt>
                <c:pt idx="31">
                  <c:v>-93.6783</c:v>
                </c:pt>
                <c:pt idx="32">
                  <c:v>-93.6783</c:v>
                </c:pt>
                <c:pt idx="33">
                  <c:v>-93.6783</c:v>
                </c:pt>
                <c:pt idx="34">
                  <c:v>-93.6905</c:v>
                </c:pt>
                <c:pt idx="35">
                  <c:v>-93.6905</c:v>
                </c:pt>
                <c:pt idx="36">
                  <c:v>-93.6905</c:v>
                </c:pt>
                <c:pt idx="37">
                  <c:v>-93.6905</c:v>
                </c:pt>
                <c:pt idx="38">
                  <c:v>-93.6904</c:v>
                </c:pt>
                <c:pt idx="39">
                  <c:v>-93.6904</c:v>
                </c:pt>
                <c:pt idx="40">
                  <c:v>-93.6985</c:v>
                </c:pt>
                <c:pt idx="41">
                  <c:v>-93.6985</c:v>
                </c:pt>
                <c:pt idx="42">
                  <c:v>-93.6979</c:v>
                </c:pt>
                <c:pt idx="43">
                  <c:v>-93.6961</c:v>
                </c:pt>
                <c:pt idx="44">
                  <c:v>-93.6935</c:v>
                </c:pt>
                <c:pt idx="45">
                  <c:v>-93.6914</c:v>
                </c:pt>
                <c:pt idx="46">
                  <c:v>-93.6905</c:v>
                </c:pt>
                <c:pt idx="47">
                  <c:v>-93.6905</c:v>
                </c:pt>
                <c:pt idx="48">
                  <c:v>-93.6905</c:v>
                </c:pt>
                <c:pt idx="49">
                  <c:v>-93.6905</c:v>
                </c:pt>
                <c:pt idx="50">
                  <c:v>-93.6905</c:v>
                </c:pt>
                <c:pt idx="51">
                  <c:v>-93.6984</c:v>
                </c:pt>
                <c:pt idx="52">
                  <c:v>-93.6984</c:v>
                </c:pt>
                <c:pt idx="53">
                  <c:v>-93.6983</c:v>
                </c:pt>
                <c:pt idx="54">
                  <c:v>-93.6983</c:v>
                </c:pt>
                <c:pt idx="55">
                  <c:v>-93.6983</c:v>
                </c:pt>
                <c:pt idx="56">
                  <c:v>-93.6983</c:v>
                </c:pt>
                <c:pt idx="57">
                  <c:v>-93.6877</c:v>
                </c:pt>
                <c:pt idx="58">
                  <c:v>-93.6821</c:v>
                </c:pt>
                <c:pt idx="59">
                  <c:v>-93.6781</c:v>
                </c:pt>
                <c:pt idx="60">
                  <c:v>-93.6779</c:v>
                </c:pt>
                <c:pt idx="61">
                  <c:v>-93.7367</c:v>
                </c:pt>
                <c:pt idx="62">
                  <c:v>-93.7392</c:v>
                </c:pt>
                <c:pt idx="63">
                  <c:v>-93.6982</c:v>
                </c:pt>
                <c:pt idx="64">
                  <c:v>-93.6982</c:v>
                </c:pt>
                <c:pt idx="65">
                  <c:v>-93.6983</c:v>
                </c:pt>
                <c:pt idx="66">
                  <c:v>-93.6983</c:v>
                </c:pt>
                <c:pt idx="67">
                  <c:v>-93.6984</c:v>
                </c:pt>
                <c:pt idx="68">
                  <c:v>-93.6985</c:v>
                </c:pt>
                <c:pt idx="69">
                  <c:v>-93.6985</c:v>
                </c:pt>
                <c:pt idx="70">
                  <c:v>-93.718</c:v>
                </c:pt>
                <c:pt idx="71">
                  <c:v>-93.718</c:v>
                </c:pt>
                <c:pt idx="72">
                  <c:v>-93.7179</c:v>
                </c:pt>
                <c:pt idx="73">
                  <c:v>-93.7179</c:v>
                </c:pt>
                <c:pt idx="74">
                  <c:v>-93.7176</c:v>
                </c:pt>
                <c:pt idx="75">
                  <c:v>-93.7176</c:v>
                </c:pt>
                <c:pt idx="76">
                  <c:v>-93.7176</c:v>
                </c:pt>
                <c:pt idx="77">
                  <c:v>-93.7174</c:v>
                </c:pt>
                <c:pt idx="78">
                  <c:v>-93.737</c:v>
                </c:pt>
              </c:numCache>
            </c:numRef>
          </c:xVal>
          <c:yVal>
            <c:numRef>
              <c:f>Sheet1!$B$382:$B$460</c:f>
              <c:numCache>
                <c:formatCode>General</c:formatCode>
                <c:ptCount val="79"/>
                <c:pt idx="0">
                  <c:v>41.9959</c:v>
                </c:pt>
                <c:pt idx="1">
                  <c:v>41.9955</c:v>
                </c:pt>
                <c:pt idx="2">
                  <c:v>41.9939</c:v>
                </c:pt>
                <c:pt idx="3">
                  <c:v>41.9796</c:v>
                </c:pt>
                <c:pt idx="4">
                  <c:v>41.9796</c:v>
                </c:pt>
                <c:pt idx="5">
                  <c:v>41.9796</c:v>
                </c:pt>
                <c:pt idx="6">
                  <c:v>41.9795</c:v>
                </c:pt>
                <c:pt idx="7">
                  <c:v>41.9795</c:v>
                </c:pt>
                <c:pt idx="8">
                  <c:v>41.9795</c:v>
                </c:pt>
                <c:pt idx="9">
                  <c:v>41.9794</c:v>
                </c:pt>
                <c:pt idx="10">
                  <c:v>41.9794</c:v>
                </c:pt>
                <c:pt idx="11">
                  <c:v>41.9794</c:v>
                </c:pt>
                <c:pt idx="12">
                  <c:v>41.9794</c:v>
                </c:pt>
                <c:pt idx="13">
                  <c:v>41.9794</c:v>
                </c:pt>
                <c:pt idx="14">
                  <c:v>41.9793</c:v>
                </c:pt>
                <c:pt idx="15">
                  <c:v>41.9794</c:v>
                </c:pt>
                <c:pt idx="16">
                  <c:v>41.9794</c:v>
                </c:pt>
                <c:pt idx="17">
                  <c:v>41.9794</c:v>
                </c:pt>
                <c:pt idx="18">
                  <c:v>41.9794</c:v>
                </c:pt>
                <c:pt idx="19">
                  <c:v>41.9794</c:v>
                </c:pt>
                <c:pt idx="20">
                  <c:v>41.9793</c:v>
                </c:pt>
                <c:pt idx="21">
                  <c:v>41.9847</c:v>
                </c:pt>
                <c:pt idx="22">
                  <c:v>41.9868</c:v>
                </c:pt>
                <c:pt idx="23">
                  <c:v>41.9889</c:v>
                </c:pt>
                <c:pt idx="24">
                  <c:v>41.9889</c:v>
                </c:pt>
                <c:pt idx="25">
                  <c:v>41.9889</c:v>
                </c:pt>
                <c:pt idx="26">
                  <c:v>41.9889</c:v>
                </c:pt>
                <c:pt idx="27">
                  <c:v>41.9889</c:v>
                </c:pt>
                <c:pt idx="28">
                  <c:v>41.9889</c:v>
                </c:pt>
                <c:pt idx="29">
                  <c:v>41.9889</c:v>
                </c:pt>
                <c:pt idx="30">
                  <c:v>41.9889</c:v>
                </c:pt>
                <c:pt idx="31">
                  <c:v>41.9889</c:v>
                </c:pt>
                <c:pt idx="32">
                  <c:v>41.9889</c:v>
                </c:pt>
                <c:pt idx="33">
                  <c:v>41.989</c:v>
                </c:pt>
                <c:pt idx="34">
                  <c:v>41.9926</c:v>
                </c:pt>
                <c:pt idx="35">
                  <c:v>41.9914</c:v>
                </c:pt>
                <c:pt idx="36">
                  <c:v>41.9896</c:v>
                </c:pt>
                <c:pt idx="37">
                  <c:v>41.9885</c:v>
                </c:pt>
                <c:pt idx="38">
                  <c:v>41.9846</c:v>
                </c:pt>
                <c:pt idx="39">
                  <c:v>41.9834</c:v>
                </c:pt>
                <c:pt idx="40">
                  <c:v>41.9921</c:v>
                </c:pt>
                <c:pt idx="41">
                  <c:v>41.9933</c:v>
                </c:pt>
                <c:pt idx="42">
                  <c:v>41.9938</c:v>
                </c:pt>
                <c:pt idx="43">
                  <c:v>41.9939</c:v>
                </c:pt>
                <c:pt idx="44">
                  <c:v>41.9939</c:v>
                </c:pt>
                <c:pt idx="45">
                  <c:v>41.9939</c:v>
                </c:pt>
                <c:pt idx="46">
                  <c:v>41.9936</c:v>
                </c:pt>
                <c:pt idx="47">
                  <c:v>41.9918</c:v>
                </c:pt>
                <c:pt idx="48">
                  <c:v>41.9907</c:v>
                </c:pt>
                <c:pt idx="49">
                  <c:v>41.9894</c:v>
                </c:pt>
                <c:pt idx="50">
                  <c:v>41.9885</c:v>
                </c:pt>
                <c:pt idx="51">
                  <c:v>41.9866</c:v>
                </c:pt>
                <c:pt idx="52">
                  <c:v>41.9852</c:v>
                </c:pt>
                <c:pt idx="53">
                  <c:v>41.9775</c:v>
                </c:pt>
                <c:pt idx="54">
                  <c:v>41.9791</c:v>
                </c:pt>
                <c:pt idx="55">
                  <c:v>41.9792</c:v>
                </c:pt>
                <c:pt idx="56">
                  <c:v>41.9793</c:v>
                </c:pt>
                <c:pt idx="57">
                  <c:v>41.9794</c:v>
                </c:pt>
                <c:pt idx="58">
                  <c:v>41.9794</c:v>
                </c:pt>
                <c:pt idx="59">
                  <c:v>41.9792</c:v>
                </c:pt>
                <c:pt idx="60">
                  <c:v>41.9725</c:v>
                </c:pt>
                <c:pt idx="61">
                  <c:v>41.9651</c:v>
                </c:pt>
                <c:pt idx="62">
                  <c:v>41.9651</c:v>
                </c:pt>
                <c:pt idx="63">
                  <c:v>41.9657</c:v>
                </c:pt>
                <c:pt idx="64">
                  <c:v>41.9711</c:v>
                </c:pt>
                <c:pt idx="65">
                  <c:v>41.9768</c:v>
                </c:pt>
                <c:pt idx="66">
                  <c:v>41.9781</c:v>
                </c:pt>
                <c:pt idx="67">
                  <c:v>41.9856</c:v>
                </c:pt>
                <c:pt idx="68">
                  <c:v>41.9933</c:v>
                </c:pt>
                <c:pt idx="69">
                  <c:v>41.9951</c:v>
                </c:pt>
                <c:pt idx="70">
                  <c:v>41.9896</c:v>
                </c:pt>
                <c:pt idx="71">
                  <c:v>41.9894</c:v>
                </c:pt>
                <c:pt idx="72">
                  <c:v>41.9885</c:v>
                </c:pt>
                <c:pt idx="73">
                  <c:v>41.9869</c:v>
                </c:pt>
                <c:pt idx="74">
                  <c:v>41.9685</c:v>
                </c:pt>
                <c:pt idx="75">
                  <c:v>41.9668</c:v>
                </c:pt>
                <c:pt idx="76">
                  <c:v>41.9652</c:v>
                </c:pt>
                <c:pt idx="77">
                  <c:v>41.9564</c:v>
                </c:pt>
                <c:pt idx="78">
                  <c:v>41.9682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Sheet1!$B$462</c:f>
              <c:strCache>
                <c:ptCount val="1"/>
                <c:pt idx="0">
                  <c:v>block 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8C1D40"/>
              </a:solidFill>
              <a:ln>
                <a:noFill/>
              </a:ln>
            </c:spPr>
          </c:marker>
          <c:xVal>
            <c:numRef>
              <c:f>Sheet1!$A$463:$A$536</c:f>
              <c:numCache>
                <c:formatCode>General</c:formatCode>
                <c:ptCount val="74"/>
                <c:pt idx="0">
                  <c:v>-93.7389</c:v>
                </c:pt>
                <c:pt idx="1">
                  <c:v>-93.7356</c:v>
                </c:pt>
                <c:pt idx="2">
                  <c:v>-93.7327</c:v>
                </c:pt>
                <c:pt idx="3">
                  <c:v>-93.7252</c:v>
                </c:pt>
                <c:pt idx="4">
                  <c:v>-93.7224</c:v>
                </c:pt>
                <c:pt idx="5">
                  <c:v>-93.7187</c:v>
                </c:pt>
                <c:pt idx="6">
                  <c:v>-93.7102</c:v>
                </c:pt>
                <c:pt idx="7">
                  <c:v>-93.6984</c:v>
                </c:pt>
                <c:pt idx="8">
                  <c:v>-93.6945</c:v>
                </c:pt>
                <c:pt idx="9">
                  <c:v>-93.7489</c:v>
                </c:pt>
                <c:pt idx="10">
                  <c:v>-93.743</c:v>
                </c:pt>
                <c:pt idx="11">
                  <c:v>-93.7416</c:v>
                </c:pt>
                <c:pt idx="12">
                  <c:v>-93.7402</c:v>
                </c:pt>
                <c:pt idx="13">
                  <c:v>-93.7383</c:v>
                </c:pt>
                <c:pt idx="14">
                  <c:v>-93.7369</c:v>
                </c:pt>
                <c:pt idx="15">
                  <c:v>-93.7357</c:v>
                </c:pt>
                <c:pt idx="16">
                  <c:v>-93.734</c:v>
                </c:pt>
                <c:pt idx="17">
                  <c:v>-93.7301</c:v>
                </c:pt>
                <c:pt idx="18">
                  <c:v>-93.7283</c:v>
                </c:pt>
                <c:pt idx="19">
                  <c:v>-93.7266</c:v>
                </c:pt>
                <c:pt idx="20">
                  <c:v>-93.7249</c:v>
                </c:pt>
                <c:pt idx="21">
                  <c:v>-93.7225</c:v>
                </c:pt>
                <c:pt idx="22">
                  <c:v>-93.7187</c:v>
                </c:pt>
                <c:pt idx="23">
                  <c:v>-93.7132</c:v>
                </c:pt>
                <c:pt idx="24">
                  <c:v>-93.7111</c:v>
                </c:pt>
                <c:pt idx="25">
                  <c:v>-93.7064</c:v>
                </c:pt>
                <c:pt idx="26">
                  <c:v>-93.7049</c:v>
                </c:pt>
                <c:pt idx="27">
                  <c:v>-93.7022</c:v>
                </c:pt>
                <c:pt idx="28">
                  <c:v>-93.7006</c:v>
                </c:pt>
                <c:pt idx="29">
                  <c:v>-93.6989</c:v>
                </c:pt>
                <c:pt idx="30">
                  <c:v>-93.6964</c:v>
                </c:pt>
                <c:pt idx="31">
                  <c:v>-93.6949</c:v>
                </c:pt>
                <c:pt idx="32">
                  <c:v>-93.6923</c:v>
                </c:pt>
                <c:pt idx="33">
                  <c:v>-93.6905</c:v>
                </c:pt>
                <c:pt idx="34">
                  <c:v>-93.6875</c:v>
                </c:pt>
                <c:pt idx="35">
                  <c:v>-93.715</c:v>
                </c:pt>
                <c:pt idx="36">
                  <c:v>-93.7166</c:v>
                </c:pt>
                <c:pt idx="37">
                  <c:v>-93.7186</c:v>
                </c:pt>
                <c:pt idx="38">
                  <c:v>-93.7207</c:v>
                </c:pt>
                <c:pt idx="39">
                  <c:v>-93.7257</c:v>
                </c:pt>
                <c:pt idx="40">
                  <c:v>-93.728</c:v>
                </c:pt>
                <c:pt idx="41">
                  <c:v>-93.7333</c:v>
                </c:pt>
                <c:pt idx="42">
                  <c:v>-93.6987</c:v>
                </c:pt>
                <c:pt idx="43">
                  <c:v>-93.6987</c:v>
                </c:pt>
                <c:pt idx="44">
                  <c:v>-93.6987</c:v>
                </c:pt>
                <c:pt idx="45">
                  <c:v>-93.6987</c:v>
                </c:pt>
                <c:pt idx="46">
                  <c:v>-93.6987</c:v>
                </c:pt>
                <c:pt idx="47">
                  <c:v>-93.6987</c:v>
                </c:pt>
                <c:pt idx="48">
                  <c:v>-93.6987</c:v>
                </c:pt>
                <c:pt idx="49">
                  <c:v>-93.6987</c:v>
                </c:pt>
                <c:pt idx="50">
                  <c:v>-93.6987</c:v>
                </c:pt>
                <c:pt idx="51">
                  <c:v>-93.6987</c:v>
                </c:pt>
                <c:pt idx="52">
                  <c:v>-93.7021</c:v>
                </c:pt>
                <c:pt idx="53">
                  <c:v>-93.7184</c:v>
                </c:pt>
                <c:pt idx="54">
                  <c:v>-93.7183</c:v>
                </c:pt>
                <c:pt idx="55">
                  <c:v>-93.7183</c:v>
                </c:pt>
                <c:pt idx="56">
                  <c:v>-93.7183</c:v>
                </c:pt>
                <c:pt idx="57">
                  <c:v>-93.7183</c:v>
                </c:pt>
                <c:pt idx="58">
                  <c:v>-93.718</c:v>
                </c:pt>
                <c:pt idx="59">
                  <c:v>-93.718</c:v>
                </c:pt>
                <c:pt idx="60">
                  <c:v>-93.718</c:v>
                </c:pt>
                <c:pt idx="61">
                  <c:v>-93.7374</c:v>
                </c:pt>
                <c:pt idx="62">
                  <c:v>-93.7374</c:v>
                </c:pt>
                <c:pt idx="63">
                  <c:v>-93.7375</c:v>
                </c:pt>
                <c:pt idx="64">
                  <c:v>-93.7375</c:v>
                </c:pt>
                <c:pt idx="65">
                  <c:v>-93.7376</c:v>
                </c:pt>
                <c:pt idx="66">
                  <c:v>-93.7377</c:v>
                </c:pt>
                <c:pt idx="67">
                  <c:v>-93.7377</c:v>
                </c:pt>
                <c:pt idx="68">
                  <c:v>-93.7377</c:v>
                </c:pt>
                <c:pt idx="69">
                  <c:v>-93.7378</c:v>
                </c:pt>
                <c:pt idx="70">
                  <c:v>-93.7378</c:v>
                </c:pt>
                <c:pt idx="71">
                  <c:v>-93.7378</c:v>
                </c:pt>
                <c:pt idx="72">
                  <c:v>-93.7378</c:v>
                </c:pt>
                <c:pt idx="73">
                  <c:v>-93.7448</c:v>
                </c:pt>
              </c:numCache>
            </c:numRef>
          </c:xVal>
          <c:yVal>
            <c:numRef>
              <c:f>Sheet1!$B$463:$B$536</c:f>
              <c:numCache>
                <c:formatCode>General</c:formatCode>
                <c:ptCount val="74"/>
                <c:pt idx="0">
                  <c:v>42.0229</c:v>
                </c:pt>
                <c:pt idx="1">
                  <c:v>42.0229</c:v>
                </c:pt>
                <c:pt idx="2">
                  <c:v>42.0228</c:v>
                </c:pt>
                <c:pt idx="3">
                  <c:v>42.0224</c:v>
                </c:pt>
                <c:pt idx="4">
                  <c:v>42.0231</c:v>
                </c:pt>
                <c:pt idx="5">
                  <c:v>42.0232</c:v>
                </c:pt>
                <c:pt idx="6">
                  <c:v>42.023</c:v>
                </c:pt>
                <c:pt idx="7">
                  <c:v>42.0228</c:v>
                </c:pt>
                <c:pt idx="8">
                  <c:v>42.0228</c:v>
                </c:pt>
                <c:pt idx="9">
                  <c:v>42.0088</c:v>
                </c:pt>
                <c:pt idx="10">
                  <c:v>42.0087</c:v>
                </c:pt>
                <c:pt idx="11">
                  <c:v>42.0087</c:v>
                </c:pt>
                <c:pt idx="12">
                  <c:v>42.0087</c:v>
                </c:pt>
                <c:pt idx="13">
                  <c:v>42.0086</c:v>
                </c:pt>
                <c:pt idx="14">
                  <c:v>42.0086</c:v>
                </c:pt>
                <c:pt idx="15">
                  <c:v>42.0086</c:v>
                </c:pt>
                <c:pt idx="16">
                  <c:v>42.0086</c:v>
                </c:pt>
                <c:pt idx="17">
                  <c:v>42.0086</c:v>
                </c:pt>
                <c:pt idx="18">
                  <c:v>42.0086</c:v>
                </c:pt>
                <c:pt idx="19">
                  <c:v>42.0086</c:v>
                </c:pt>
                <c:pt idx="20">
                  <c:v>42.0086</c:v>
                </c:pt>
                <c:pt idx="21">
                  <c:v>42.0086</c:v>
                </c:pt>
                <c:pt idx="22">
                  <c:v>42.0086</c:v>
                </c:pt>
                <c:pt idx="23">
                  <c:v>42.0085</c:v>
                </c:pt>
                <c:pt idx="24">
                  <c:v>42.0085</c:v>
                </c:pt>
                <c:pt idx="25">
                  <c:v>42.0084</c:v>
                </c:pt>
                <c:pt idx="26">
                  <c:v>42.0084</c:v>
                </c:pt>
                <c:pt idx="27">
                  <c:v>42.0083</c:v>
                </c:pt>
                <c:pt idx="28">
                  <c:v>42.0083</c:v>
                </c:pt>
                <c:pt idx="29">
                  <c:v>42.0083</c:v>
                </c:pt>
                <c:pt idx="30">
                  <c:v>42.0083</c:v>
                </c:pt>
                <c:pt idx="31">
                  <c:v>42.0083</c:v>
                </c:pt>
                <c:pt idx="32">
                  <c:v>42.0083</c:v>
                </c:pt>
                <c:pt idx="33">
                  <c:v>42.0083</c:v>
                </c:pt>
                <c:pt idx="34">
                  <c:v>42.0083</c:v>
                </c:pt>
                <c:pt idx="35">
                  <c:v>41.9941</c:v>
                </c:pt>
                <c:pt idx="36">
                  <c:v>41.9941</c:v>
                </c:pt>
                <c:pt idx="37">
                  <c:v>41.9941</c:v>
                </c:pt>
                <c:pt idx="38">
                  <c:v>41.9941</c:v>
                </c:pt>
                <c:pt idx="39">
                  <c:v>41.9941</c:v>
                </c:pt>
                <c:pt idx="40">
                  <c:v>41.9941</c:v>
                </c:pt>
                <c:pt idx="41">
                  <c:v>41.9941</c:v>
                </c:pt>
                <c:pt idx="42">
                  <c:v>42.005</c:v>
                </c:pt>
                <c:pt idx="43">
                  <c:v>42.0065</c:v>
                </c:pt>
                <c:pt idx="44">
                  <c:v>42.0082</c:v>
                </c:pt>
                <c:pt idx="45">
                  <c:v>42.0095</c:v>
                </c:pt>
                <c:pt idx="46">
                  <c:v>42.0118</c:v>
                </c:pt>
                <c:pt idx="47">
                  <c:v>42.0137</c:v>
                </c:pt>
                <c:pt idx="48">
                  <c:v>42.0152</c:v>
                </c:pt>
                <c:pt idx="49">
                  <c:v>42.0169</c:v>
                </c:pt>
                <c:pt idx="50">
                  <c:v>42.0187</c:v>
                </c:pt>
                <c:pt idx="51">
                  <c:v>42.0226</c:v>
                </c:pt>
                <c:pt idx="52">
                  <c:v>42.0228</c:v>
                </c:pt>
                <c:pt idx="53">
                  <c:v>42.0194</c:v>
                </c:pt>
                <c:pt idx="54">
                  <c:v>42.0182</c:v>
                </c:pt>
                <c:pt idx="55">
                  <c:v>42.0165</c:v>
                </c:pt>
                <c:pt idx="56">
                  <c:v>42.0114</c:v>
                </c:pt>
                <c:pt idx="57">
                  <c:v>42.0095</c:v>
                </c:pt>
                <c:pt idx="58">
                  <c:v>41.9991</c:v>
                </c:pt>
                <c:pt idx="59">
                  <c:v>41.9942</c:v>
                </c:pt>
                <c:pt idx="60">
                  <c:v>41.9926</c:v>
                </c:pt>
                <c:pt idx="61">
                  <c:v>41.9963</c:v>
                </c:pt>
                <c:pt idx="62">
                  <c:v>41.9974</c:v>
                </c:pt>
                <c:pt idx="63">
                  <c:v>41.999</c:v>
                </c:pt>
                <c:pt idx="64">
                  <c:v>42.0002</c:v>
                </c:pt>
                <c:pt idx="65">
                  <c:v>42.0043</c:v>
                </c:pt>
                <c:pt idx="66">
                  <c:v>42.0105</c:v>
                </c:pt>
                <c:pt idx="67">
                  <c:v>42.012</c:v>
                </c:pt>
                <c:pt idx="68">
                  <c:v>42.0141</c:v>
                </c:pt>
                <c:pt idx="69">
                  <c:v>42.0169</c:v>
                </c:pt>
                <c:pt idx="70">
                  <c:v>42.0185</c:v>
                </c:pt>
                <c:pt idx="71">
                  <c:v>42.0228</c:v>
                </c:pt>
                <c:pt idx="72">
                  <c:v>42.0228</c:v>
                </c:pt>
                <c:pt idx="73">
                  <c:v>42.0233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Sheet1!$B$538</c:f>
              <c:strCache>
                <c:ptCount val="1"/>
                <c:pt idx="0">
                  <c:v>block 4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A8B2A6"/>
              </a:solidFill>
              <a:ln>
                <a:noFill/>
              </a:ln>
            </c:spPr>
          </c:marker>
          <c:xVal>
            <c:numRef>
              <c:f>Sheet1!$A$539:$A$652</c:f>
              <c:numCache>
                <c:formatCode>General</c:formatCode>
                <c:ptCount val="114"/>
                <c:pt idx="0">
                  <c:v>-93.8061</c:v>
                </c:pt>
                <c:pt idx="1">
                  <c:v>-93.8078</c:v>
                </c:pt>
                <c:pt idx="2">
                  <c:v>-93.8093</c:v>
                </c:pt>
                <c:pt idx="3">
                  <c:v>-93.8109</c:v>
                </c:pt>
                <c:pt idx="4">
                  <c:v>-93.8135</c:v>
                </c:pt>
                <c:pt idx="5">
                  <c:v>-93.8149</c:v>
                </c:pt>
                <c:pt idx="6">
                  <c:v>-93.8166</c:v>
                </c:pt>
                <c:pt idx="7">
                  <c:v>-93.8167</c:v>
                </c:pt>
                <c:pt idx="8">
                  <c:v>-93.8176</c:v>
                </c:pt>
                <c:pt idx="9">
                  <c:v>-93.8154</c:v>
                </c:pt>
                <c:pt idx="10">
                  <c:v>-93.8154</c:v>
                </c:pt>
                <c:pt idx="11">
                  <c:v>-93.8154</c:v>
                </c:pt>
                <c:pt idx="12">
                  <c:v>-93.8154</c:v>
                </c:pt>
                <c:pt idx="13">
                  <c:v>-93.8154</c:v>
                </c:pt>
                <c:pt idx="14">
                  <c:v>-93.8154</c:v>
                </c:pt>
                <c:pt idx="15">
                  <c:v>-93.8154</c:v>
                </c:pt>
                <c:pt idx="16">
                  <c:v>-93.8154</c:v>
                </c:pt>
                <c:pt idx="17">
                  <c:v>-93.8154</c:v>
                </c:pt>
                <c:pt idx="18">
                  <c:v>-93.8154</c:v>
                </c:pt>
                <c:pt idx="19">
                  <c:v>-93.8167</c:v>
                </c:pt>
                <c:pt idx="20">
                  <c:v>-93.8184</c:v>
                </c:pt>
                <c:pt idx="21">
                  <c:v>-93.82</c:v>
                </c:pt>
                <c:pt idx="22">
                  <c:v>-93.8159</c:v>
                </c:pt>
                <c:pt idx="23">
                  <c:v>-93.7966</c:v>
                </c:pt>
                <c:pt idx="24">
                  <c:v>-93.7949</c:v>
                </c:pt>
                <c:pt idx="25">
                  <c:v>-93.7933</c:v>
                </c:pt>
                <c:pt idx="26">
                  <c:v>-93.7869</c:v>
                </c:pt>
                <c:pt idx="27">
                  <c:v>-93.7868</c:v>
                </c:pt>
                <c:pt idx="28">
                  <c:v>-93.7856</c:v>
                </c:pt>
                <c:pt idx="29">
                  <c:v>-93.784</c:v>
                </c:pt>
                <c:pt idx="30">
                  <c:v>-93.7824</c:v>
                </c:pt>
                <c:pt idx="31">
                  <c:v>-93.7809</c:v>
                </c:pt>
                <c:pt idx="32">
                  <c:v>-93.7786</c:v>
                </c:pt>
                <c:pt idx="33">
                  <c:v>-93.7769</c:v>
                </c:pt>
                <c:pt idx="34">
                  <c:v>-93.7765</c:v>
                </c:pt>
                <c:pt idx="35">
                  <c:v>-93.7765</c:v>
                </c:pt>
                <c:pt idx="36">
                  <c:v>-93.7764</c:v>
                </c:pt>
                <c:pt idx="37">
                  <c:v>-93.7764</c:v>
                </c:pt>
                <c:pt idx="38">
                  <c:v>-93.7764</c:v>
                </c:pt>
                <c:pt idx="39">
                  <c:v>-93.7764</c:v>
                </c:pt>
                <c:pt idx="40">
                  <c:v>-93.7764</c:v>
                </c:pt>
                <c:pt idx="41">
                  <c:v>-93.7764</c:v>
                </c:pt>
                <c:pt idx="42">
                  <c:v>-93.7763</c:v>
                </c:pt>
                <c:pt idx="43">
                  <c:v>-93.7763</c:v>
                </c:pt>
                <c:pt idx="44">
                  <c:v>-93.7763</c:v>
                </c:pt>
                <c:pt idx="45">
                  <c:v>-93.7814</c:v>
                </c:pt>
                <c:pt idx="46">
                  <c:v>-93.7828</c:v>
                </c:pt>
                <c:pt idx="47">
                  <c:v>-93.785</c:v>
                </c:pt>
                <c:pt idx="48">
                  <c:v>-93.7867</c:v>
                </c:pt>
                <c:pt idx="49">
                  <c:v>-93.7899</c:v>
                </c:pt>
                <c:pt idx="50">
                  <c:v>-93.7954</c:v>
                </c:pt>
                <c:pt idx="51">
                  <c:v>-93.8099</c:v>
                </c:pt>
                <c:pt idx="52">
                  <c:v>-93.8112</c:v>
                </c:pt>
                <c:pt idx="53">
                  <c:v>-93.8142</c:v>
                </c:pt>
                <c:pt idx="54">
                  <c:v>-93.8153</c:v>
                </c:pt>
                <c:pt idx="55">
                  <c:v>-93.8163</c:v>
                </c:pt>
                <c:pt idx="56">
                  <c:v>-93.8182</c:v>
                </c:pt>
                <c:pt idx="57">
                  <c:v>-93.8154</c:v>
                </c:pt>
                <c:pt idx="58">
                  <c:v>-93.8154</c:v>
                </c:pt>
                <c:pt idx="59">
                  <c:v>-93.8154</c:v>
                </c:pt>
                <c:pt idx="60">
                  <c:v>-93.8154</c:v>
                </c:pt>
                <c:pt idx="61">
                  <c:v>-93.8154</c:v>
                </c:pt>
                <c:pt idx="62">
                  <c:v>-93.8154</c:v>
                </c:pt>
                <c:pt idx="63">
                  <c:v>-93.8155</c:v>
                </c:pt>
                <c:pt idx="64">
                  <c:v>-93.8155</c:v>
                </c:pt>
                <c:pt idx="65">
                  <c:v>-93.8156</c:v>
                </c:pt>
                <c:pt idx="66">
                  <c:v>-93.8156</c:v>
                </c:pt>
                <c:pt idx="67">
                  <c:v>-93.804</c:v>
                </c:pt>
                <c:pt idx="68">
                  <c:v>-93.7954</c:v>
                </c:pt>
                <c:pt idx="69">
                  <c:v>-93.7954</c:v>
                </c:pt>
                <c:pt idx="70">
                  <c:v>-93.7954</c:v>
                </c:pt>
                <c:pt idx="71">
                  <c:v>-93.7954</c:v>
                </c:pt>
                <c:pt idx="72">
                  <c:v>-93.7954</c:v>
                </c:pt>
                <c:pt idx="73">
                  <c:v>-93.7954</c:v>
                </c:pt>
                <c:pt idx="74">
                  <c:v>-93.7955</c:v>
                </c:pt>
                <c:pt idx="75">
                  <c:v>-93.7955</c:v>
                </c:pt>
                <c:pt idx="76">
                  <c:v>-93.7956</c:v>
                </c:pt>
                <c:pt idx="77">
                  <c:v>-93.7956</c:v>
                </c:pt>
                <c:pt idx="78">
                  <c:v>-93.7957</c:v>
                </c:pt>
                <c:pt idx="79">
                  <c:v>-93.7957</c:v>
                </c:pt>
                <c:pt idx="80">
                  <c:v>-93.7957</c:v>
                </c:pt>
                <c:pt idx="81">
                  <c:v>-93.7957</c:v>
                </c:pt>
                <c:pt idx="82">
                  <c:v>-93.7958</c:v>
                </c:pt>
                <c:pt idx="83">
                  <c:v>-93.7958</c:v>
                </c:pt>
                <c:pt idx="84">
                  <c:v>-93.7958</c:v>
                </c:pt>
                <c:pt idx="85">
                  <c:v>-93.7959</c:v>
                </c:pt>
                <c:pt idx="86">
                  <c:v>-93.7959</c:v>
                </c:pt>
                <c:pt idx="87">
                  <c:v>-93.7764</c:v>
                </c:pt>
                <c:pt idx="88">
                  <c:v>-93.7764</c:v>
                </c:pt>
                <c:pt idx="89">
                  <c:v>-93.7763</c:v>
                </c:pt>
                <c:pt idx="90">
                  <c:v>-93.7763</c:v>
                </c:pt>
                <c:pt idx="91">
                  <c:v>-93.7776</c:v>
                </c:pt>
                <c:pt idx="92">
                  <c:v>-93.795</c:v>
                </c:pt>
                <c:pt idx="93">
                  <c:v>-93.8121</c:v>
                </c:pt>
                <c:pt idx="94">
                  <c:v>-93.8151</c:v>
                </c:pt>
                <c:pt idx="95">
                  <c:v>-93.8153</c:v>
                </c:pt>
                <c:pt idx="96">
                  <c:v>-93.8155</c:v>
                </c:pt>
                <c:pt idx="97">
                  <c:v>-93.8156</c:v>
                </c:pt>
                <c:pt idx="98">
                  <c:v>-93.8096</c:v>
                </c:pt>
                <c:pt idx="99">
                  <c:v>-93.8123</c:v>
                </c:pt>
                <c:pt idx="100">
                  <c:v>-93.8149</c:v>
                </c:pt>
                <c:pt idx="101">
                  <c:v>-93.8163</c:v>
                </c:pt>
                <c:pt idx="102">
                  <c:v>-93.8178</c:v>
                </c:pt>
                <c:pt idx="103">
                  <c:v>-93.8208</c:v>
                </c:pt>
                <c:pt idx="104">
                  <c:v>-93.7741</c:v>
                </c:pt>
                <c:pt idx="105">
                  <c:v>-93.7764</c:v>
                </c:pt>
                <c:pt idx="106">
                  <c:v>-93.7764</c:v>
                </c:pt>
                <c:pt idx="107">
                  <c:v>-93.7573</c:v>
                </c:pt>
                <c:pt idx="108">
                  <c:v>-93.7954</c:v>
                </c:pt>
                <c:pt idx="109">
                  <c:v>-93.7954</c:v>
                </c:pt>
                <c:pt idx="110">
                  <c:v>-93.7954</c:v>
                </c:pt>
                <c:pt idx="111">
                  <c:v>-93.7787</c:v>
                </c:pt>
                <c:pt idx="112">
                  <c:v>-93.7564</c:v>
                </c:pt>
                <c:pt idx="113">
                  <c:v>-93.7564</c:v>
                </c:pt>
              </c:numCache>
            </c:numRef>
          </c:xVal>
          <c:yVal>
            <c:numRef>
              <c:f>Sheet1!$B$539:$B$652</c:f>
              <c:numCache>
                <c:formatCode>General</c:formatCode>
                <c:ptCount val="114"/>
                <c:pt idx="0">
                  <c:v>42.0085</c:v>
                </c:pt>
                <c:pt idx="1">
                  <c:v>42.0085</c:v>
                </c:pt>
                <c:pt idx="2">
                  <c:v>42.0085</c:v>
                </c:pt>
                <c:pt idx="3">
                  <c:v>42.0085</c:v>
                </c:pt>
                <c:pt idx="4">
                  <c:v>42.0085</c:v>
                </c:pt>
                <c:pt idx="5">
                  <c:v>42.0086</c:v>
                </c:pt>
                <c:pt idx="6">
                  <c:v>42.0085</c:v>
                </c:pt>
                <c:pt idx="7">
                  <c:v>42.0085</c:v>
                </c:pt>
                <c:pt idx="8">
                  <c:v>42.0085</c:v>
                </c:pt>
                <c:pt idx="9">
                  <c:v>42.0045</c:v>
                </c:pt>
                <c:pt idx="10">
                  <c:v>42.002</c:v>
                </c:pt>
                <c:pt idx="11">
                  <c:v>41.9999</c:v>
                </c:pt>
                <c:pt idx="12">
                  <c:v>41.9999</c:v>
                </c:pt>
                <c:pt idx="13">
                  <c:v>41.9999</c:v>
                </c:pt>
                <c:pt idx="14">
                  <c:v>41.9999</c:v>
                </c:pt>
                <c:pt idx="15">
                  <c:v>41.9999</c:v>
                </c:pt>
                <c:pt idx="16">
                  <c:v>41.9997</c:v>
                </c:pt>
                <c:pt idx="17">
                  <c:v>41.9982</c:v>
                </c:pt>
                <c:pt idx="18">
                  <c:v>41.9964</c:v>
                </c:pt>
                <c:pt idx="19">
                  <c:v>41.9942</c:v>
                </c:pt>
                <c:pt idx="20">
                  <c:v>41.9942</c:v>
                </c:pt>
                <c:pt idx="21">
                  <c:v>41.9942</c:v>
                </c:pt>
                <c:pt idx="22">
                  <c:v>41.9941</c:v>
                </c:pt>
                <c:pt idx="23">
                  <c:v>41.9941</c:v>
                </c:pt>
                <c:pt idx="24">
                  <c:v>41.9941</c:v>
                </c:pt>
                <c:pt idx="25">
                  <c:v>41.9941</c:v>
                </c:pt>
                <c:pt idx="26">
                  <c:v>41.9942</c:v>
                </c:pt>
                <c:pt idx="27">
                  <c:v>41.9942</c:v>
                </c:pt>
                <c:pt idx="28">
                  <c:v>41.9942</c:v>
                </c:pt>
                <c:pt idx="29">
                  <c:v>41.9942</c:v>
                </c:pt>
                <c:pt idx="30">
                  <c:v>41.9942</c:v>
                </c:pt>
                <c:pt idx="31">
                  <c:v>41.9942</c:v>
                </c:pt>
                <c:pt idx="32">
                  <c:v>41.9943</c:v>
                </c:pt>
                <c:pt idx="33">
                  <c:v>41.9943</c:v>
                </c:pt>
                <c:pt idx="34">
                  <c:v>41.997</c:v>
                </c:pt>
                <c:pt idx="35">
                  <c:v>41.9959</c:v>
                </c:pt>
                <c:pt idx="36">
                  <c:v>41.9927</c:v>
                </c:pt>
                <c:pt idx="37">
                  <c:v>41.991</c:v>
                </c:pt>
                <c:pt idx="38">
                  <c:v>41.9896</c:v>
                </c:pt>
                <c:pt idx="39">
                  <c:v>41.9882</c:v>
                </c:pt>
                <c:pt idx="40">
                  <c:v>41.9861</c:v>
                </c:pt>
                <c:pt idx="41">
                  <c:v>41.9845</c:v>
                </c:pt>
                <c:pt idx="42">
                  <c:v>41.9802</c:v>
                </c:pt>
                <c:pt idx="43">
                  <c:v>41.9799</c:v>
                </c:pt>
                <c:pt idx="44">
                  <c:v>41.9798</c:v>
                </c:pt>
                <c:pt idx="45">
                  <c:v>41.9797</c:v>
                </c:pt>
                <c:pt idx="46">
                  <c:v>41.9797</c:v>
                </c:pt>
                <c:pt idx="47">
                  <c:v>41.9797</c:v>
                </c:pt>
                <c:pt idx="48">
                  <c:v>41.9797</c:v>
                </c:pt>
                <c:pt idx="49">
                  <c:v>41.9796</c:v>
                </c:pt>
                <c:pt idx="50">
                  <c:v>41.9796</c:v>
                </c:pt>
                <c:pt idx="51">
                  <c:v>41.9796</c:v>
                </c:pt>
                <c:pt idx="52">
                  <c:v>41.9796</c:v>
                </c:pt>
                <c:pt idx="53">
                  <c:v>41.9796</c:v>
                </c:pt>
                <c:pt idx="54">
                  <c:v>41.9796</c:v>
                </c:pt>
                <c:pt idx="55">
                  <c:v>41.9796</c:v>
                </c:pt>
                <c:pt idx="56">
                  <c:v>41.9796</c:v>
                </c:pt>
                <c:pt idx="57">
                  <c:v>42.0043</c:v>
                </c:pt>
                <c:pt idx="58">
                  <c:v>42.0019</c:v>
                </c:pt>
                <c:pt idx="59">
                  <c:v>42.0005</c:v>
                </c:pt>
                <c:pt idx="60">
                  <c:v>41.9985</c:v>
                </c:pt>
                <c:pt idx="61">
                  <c:v>41.9964</c:v>
                </c:pt>
                <c:pt idx="62">
                  <c:v>41.9901</c:v>
                </c:pt>
                <c:pt idx="63">
                  <c:v>41.9878</c:v>
                </c:pt>
                <c:pt idx="64">
                  <c:v>41.9858</c:v>
                </c:pt>
                <c:pt idx="65">
                  <c:v>41.9744</c:v>
                </c:pt>
                <c:pt idx="66">
                  <c:v>41.9722</c:v>
                </c:pt>
                <c:pt idx="67">
                  <c:v>41.9651</c:v>
                </c:pt>
                <c:pt idx="68">
                  <c:v>41.957</c:v>
                </c:pt>
                <c:pt idx="69">
                  <c:v>41.9583</c:v>
                </c:pt>
                <c:pt idx="70">
                  <c:v>41.9658</c:v>
                </c:pt>
                <c:pt idx="71">
                  <c:v>41.9662</c:v>
                </c:pt>
                <c:pt idx="72">
                  <c:v>41.9673</c:v>
                </c:pt>
                <c:pt idx="73">
                  <c:v>41.9683</c:v>
                </c:pt>
                <c:pt idx="74">
                  <c:v>41.9772</c:v>
                </c:pt>
                <c:pt idx="75">
                  <c:v>41.9784</c:v>
                </c:pt>
                <c:pt idx="76">
                  <c:v>41.9893</c:v>
                </c:pt>
                <c:pt idx="77">
                  <c:v>41.9909</c:v>
                </c:pt>
                <c:pt idx="78">
                  <c:v>41.9929</c:v>
                </c:pt>
                <c:pt idx="79">
                  <c:v>41.9941</c:v>
                </c:pt>
                <c:pt idx="80">
                  <c:v>41.9953</c:v>
                </c:pt>
                <c:pt idx="81">
                  <c:v>41.997</c:v>
                </c:pt>
                <c:pt idx="82">
                  <c:v>41.9983</c:v>
                </c:pt>
                <c:pt idx="83">
                  <c:v>41.9996</c:v>
                </c:pt>
                <c:pt idx="84">
                  <c:v>42.0009</c:v>
                </c:pt>
                <c:pt idx="85">
                  <c:v>42.003</c:v>
                </c:pt>
                <c:pt idx="86">
                  <c:v>42.0046</c:v>
                </c:pt>
                <c:pt idx="87">
                  <c:v>41.9962</c:v>
                </c:pt>
                <c:pt idx="88">
                  <c:v>41.9892</c:v>
                </c:pt>
                <c:pt idx="89">
                  <c:v>41.9845</c:v>
                </c:pt>
                <c:pt idx="90">
                  <c:v>41.9799</c:v>
                </c:pt>
                <c:pt idx="91">
                  <c:v>41.9797</c:v>
                </c:pt>
                <c:pt idx="92">
                  <c:v>41.9796</c:v>
                </c:pt>
                <c:pt idx="93">
                  <c:v>41.9796</c:v>
                </c:pt>
                <c:pt idx="94">
                  <c:v>41.9796</c:v>
                </c:pt>
                <c:pt idx="95">
                  <c:v>41.9796</c:v>
                </c:pt>
                <c:pt idx="96">
                  <c:v>41.9787</c:v>
                </c:pt>
                <c:pt idx="97">
                  <c:v>41.9726</c:v>
                </c:pt>
                <c:pt idx="98">
                  <c:v>42.0086</c:v>
                </c:pt>
                <c:pt idx="99">
                  <c:v>42.0086</c:v>
                </c:pt>
                <c:pt idx="100">
                  <c:v>42.0086</c:v>
                </c:pt>
                <c:pt idx="101">
                  <c:v>42.0085</c:v>
                </c:pt>
                <c:pt idx="102">
                  <c:v>42.0085</c:v>
                </c:pt>
                <c:pt idx="103">
                  <c:v>42.0085</c:v>
                </c:pt>
                <c:pt idx="104">
                  <c:v>41.9943</c:v>
                </c:pt>
                <c:pt idx="105">
                  <c:v>41.9921</c:v>
                </c:pt>
                <c:pt idx="106">
                  <c:v>41.9863</c:v>
                </c:pt>
                <c:pt idx="107">
                  <c:v>41.9652</c:v>
                </c:pt>
                <c:pt idx="108">
                  <c:v>41.9573</c:v>
                </c:pt>
                <c:pt idx="109">
                  <c:v>41.9559</c:v>
                </c:pt>
                <c:pt idx="110">
                  <c:v>41.9508</c:v>
                </c:pt>
                <c:pt idx="111">
                  <c:v>41.9506</c:v>
                </c:pt>
                <c:pt idx="112">
                  <c:v>41.96</c:v>
                </c:pt>
                <c:pt idx="113">
                  <c:v>41.9566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800">
          <a:solidFill>
            <a:srgbClr val="6572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block 1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8F6200"/>
              </a:solidFill>
              <a:ln>
                <a:noFill/>
              </a:ln>
            </c:spPr>
          </c:marker>
          <c:xVal>
            <c:numRef>
              <c:f>Sheet1!$A$2:$A$161</c:f>
              <c:numCache>
                <c:formatCode>General</c:formatCode>
                <c:ptCount val="160"/>
                <c:pt idx="0">
                  <c:v>-93.7642</c:v>
                </c:pt>
                <c:pt idx="1">
                  <c:v>-93.761</c:v>
                </c:pt>
                <c:pt idx="2">
                  <c:v>-93.7579</c:v>
                </c:pt>
                <c:pt idx="3">
                  <c:v>-93.7536</c:v>
                </c:pt>
                <c:pt idx="4">
                  <c:v>-93.75</c:v>
                </c:pt>
                <c:pt idx="5">
                  <c:v>-93.736</c:v>
                </c:pt>
                <c:pt idx="6">
                  <c:v>-93.7332</c:v>
                </c:pt>
                <c:pt idx="7">
                  <c:v>-93.7257</c:v>
                </c:pt>
                <c:pt idx="8">
                  <c:v>-93.7228</c:v>
                </c:pt>
                <c:pt idx="9">
                  <c:v>-93.7195</c:v>
                </c:pt>
                <c:pt idx="10">
                  <c:v>-93.7108</c:v>
                </c:pt>
                <c:pt idx="11">
                  <c:v>-93.7006</c:v>
                </c:pt>
                <c:pt idx="12">
                  <c:v>-93.6952</c:v>
                </c:pt>
                <c:pt idx="13">
                  <c:v>-93.7611</c:v>
                </c:pt>
                <c:pt idx="14">
                  <c:v>-93.7595</c:v>
                </c:pt>
                <c:pt idx="15">
                  <c:v>-93.7519</c:v>
                </c:pt>
                <c:pt idx="16">
                  <c:v>-93.7505</c:v>
                </c:pt>
                <c:pt idx="17">
                  <c:v>-93.749</c:v>
                </c:pt>
                <c:pt idx="18">
                  <c:v>-93.7432</c:v>
                </c:pt>
                <c:pt idx="19">
                  <c:v>-93.7418</c:v>
                </c:pt>
                <c:pt idx="20">
                  <c:v>-93.7405</c:v>
                </c:pt>
                <c:pt idx="21">
                  <c:v>-93.7384</c:v>
                </c:pt>
                <c:pt idx="22">
                  <c:v>-93.7374</c:v>
                </c:pt>
                <c:pt idx="23">
                  <c:v>-93.7359</c:v>
                </c:pt>
                <c:pt idx="24">
                  <c:v>-93.7344</c:v>
                </c:pt>
                <c:pt idx="25">
                  <c:v>-93.7304</c:v>
                </c:pt>
                <c:pt idx="26">
                  <c:v>-93.7285</c:v>
                </c:pt>
                <c:pt idx="27">
                  <c:v>-93.7269</c:v>
                </c:pt>
                <c:pt idx="28">
                  <c:v>-93.7251</c:v>
                </c:pt>
                <c:pt idx="29">
                  <c:v>-93.7228</c:v>
                </c:pt>
                <c:pt idx="30">
                  <c:v>-93.719</c:v>
                </c:pt>
                <c:pt idx="31">
                  <c:v>-93.7153</c:v>
                </c:pt>
                <c:pt idx="32">
                  <c:v>-93.7114</c:v>
                </c:pt>
                <c:pt idx="33">
                  <c:v>-93.7066</c:v>
                </c:pt>
                <c:pt idx="34">
                  <c:v>-93.7051</c:v>
                </c:pt>
                <c:pt idx="35">
                  <c:v>-93.7025</c:v>
                </c:pt>
                <c:pt idx="36">
                  <c:v>-93.7008</c:v>
                </c:pt>
                <c:pt idx="37">
                  <c:v>-93.6991</c:v>
                </c:pt>
                <c:pt idx="38">
                  <c:v>-93.6982</c:v>
                </c:pt>
                <c:pt idx="39">
                  <c:v>-93.6951</c:v>
                </c:pt>
                <c:pt idx="40">
                  <c:v>-93.6927</c:v>
                </c:pt>
                <c:pt idx="41">
                  <c:v>-93.6907</c:v>
                </c:pt>
                <c:pt idx="42">
                  <c:v>-93.6879</c:v>
                </c:pt>
                <c:pt idx="43">
                  <c:v>-93.6786</c:v>
                </c:pt>
                <c:pt idx="44">
                  <c:v>-93.6786</c:v>
                </c:pt>
                <c:pt idx="45">
                  <c:v>-93.7137</c:v>
                </c:pt>
                <c:pt idx="46">
                  <c:v>-93.7156</c:v>
                </c:pt>
                <c:pt idx="47">
                  <c:v>-93.7179</c:v>
                </c:pt>
                <c:pt idx="48">
                  <c:v>-93.7196</c:v>
                </c:pt>
                <c:pt idx="49">
                  <c:v>-93.7246</c:v>
                </c:pt>
                <c:pt idx="50">
                  <c:v>-93.7262</c:v>
                </c:pt>
                <c:pt idx="51">
                  <c:v>-93.7286</c:v>
                </c:pt>
                <c:pt idx="52">
                  <c:v>-93.7339</c:v>
                </c:pt>
                <c:pt idx="53">
                  <c:v>-93.7298</c:v>
                </c:pt>
                <c:pt idx="54">
                  <c:v>-93.728</c:v>
                </c:pt>
                <c:pt idx="55">
                  <c:v>-93.7166</c:v>
                </c:pt>
                <c:pt idx="56">
                  <c:v>-93.7152</c:v>
                </c:pt>
                <c:pt idx="57">
                  <c:v>-93.7137</c:v>
                </c:pt>
                <c:pt idx="58">
                  <c:v>-93.7046</c:v>
                </c:pt>
                <c:pt idx="59">
                  <c:v>-93.702</c:v>
                </c:pt>
                <c:pt idx="60">
                  <c:v>-93.7002</c:v>
                </c:pt>
                <c:pt idx="61">
                  <c:v>-93.6987</c:v>
                </c:pt>
                <c:pt idx="62">
                  <c:v>-93.6966</c:v>
                </c:pt>
                <c:pt idx="63">
                  <c:v>-93.6906</c:v>
                </c:pt>
                <c:pt idx="64">
                  <c:v>-93.689</c:v>
                </c:pt>
                <c:pt idx="65">
                  <c:v>-93.6863</c:v>
                </c:pt>
                <c:pt idx="66">
                  <c:v>-93.6833</c:v>
                </c:pt>
                <c:pt idx="67">
                  <c:v>-93.6819</c:v>
                </c:pt>
                <c:pt idx="68">
                  <c:v>-93.6795</c:v>
                </c:pt>
                <c:pt idx="69">
                  <c:v>-93.6783</c:v>
                </c:pt>
                <c:pt idx="70">
                  <c:v>-93.6782</c:v>
                </c:pt>
                <c:pt idx="71">
                  <c:v>-93.6783</c:v>
                </c:pt>
                <c:pt idx="72">
                  <c:v>-93.6783</c:v>
                </c:pt>
                <c:pt idx="73">
                  <c:v>-93.6783</c:v>
                </c:pt>
                <c:pt idx="74">
                  <c:v>-93.6783</c:v>
                </c:pt>
                <c:pt idx="75">
                  <c:v>-93.6783</c:v>
                </c:pt>
                <c:pt idx="76">
                  <c:v>-93.6783</c:v>
                </c:pt>
                <c:pt idx="77">
                  <c:v>-93.6783</c:v>
                </c:pt>
                <c:pt idx="78">
                  <c:v>-93.6783</c:v>
                </c:pt>
                <c:pt idx="79">
                  <c:v>-93.6783</c:v>
                </c:pt>
                <c:pt idx="80">
                  <c:v>-93.6783</c:v>
                </c:pt>
                <c:pt idx="81">
                  <c:v>-93.6783</c:v>
                </c:pt>
                <c:pt idx="82">
                  <c:v>-93.6784</c:v>
                </c:pt>
                <c:pt idx="83">
                  <c:v>-93.6905</c:v>
                </c:pt>
                <c:pt idx="84">
                  <c:v>-93.6905</c:v>
                </c:pt>
                <c:pt idx="85">
                  <c:v>-93.6905</c:v>
                </c:pt>
                <c:pt idx="86">
                  <c:v>-93.6905</c:v>
                </c:pt>
                <c:pt idx="87">
                  <c:v>-93.6904</c:v>
                </c:pt>
                <c:pt idx="88">
                  <c:v>-93.6904</c:v>
                </c:pt>
                <c:pt idx="89">
                  <c:v>-93.6985</c:v>
                </c:pt>
                <c:pt idx="90">
                  <c:v>-93.6985</c:v>
                </c:pt>
                <c:pt idx="91">
                  <c:v>-93.6976</c:v>
                </c:pt>
                <c:pt idx="92">
                  <c:v>-93.6951</c:v>
                </c:pt>
                <c:pt idx="93">
                  <c:v>-93.6931</c:v>
                </c:pt>
                <c:pt idx="94">
                  <c:v>-93.6912</c:v>
                </c:pt>
                <c:pt idx="95">
                  <c:v>-93.6905</c:v>
                </c:pt>
                <c:pt idx="96">
                  <c:v>-93.6905</c:v>
                </c:pt>
                <c:pt idx="97">
                  <c:v>-93.6905</c:v>
                </c:pt>
                <c:pt idx="98">
                  <c:v>-93.6905</c:v>
                </c:pt>
                <c:pt idx="99">
                  <c:v>-93.6905</c:v>
                </c:pt>
                <c:pt idx="100">
                  <c:v>-93.6984</c:v>
                </c:pt>
                <c:pt idx="101">
                  <c:v>-93.6984</c:v>
                </c:pt>
                <c:pt idx="102">
                  <c:v>-93.6983</c:v>
                </c:pt>
                <c:pt idx="103">
                  <c:v>-93.6983</c:v>
                </c:pt>
                <c:pt idx="104">
                  <c:v>-93.6983</c:v>
                </c:pt>
                <c:pt idx="105">
                  <c:v>-93.6982</c:v>
                </c:pt>
                <c:pt idx="106">
                  <c:v>-93.6869</c:v>
                </c:pt>
                <c:pt idx="107">
                  <c:v>-93.6814</c:v>
                </c:pt>
                <c:pt idx="108">
                  <c:v>-93.678</c:v>
                </c:pt>
                <c:pt idx="109">
                  <c:v>-93.6779</c:v>
                </c:pt>
                <c:pt idx="110">
                  <c:v>-93.6982</c:v>
                </c:pt>
                <c:pt idx="111">
                  <c:v>-93.6982</c:v>
                </c:pt>
                <c:pt idx="112">
                  <c:v>-93.6983</c:v>
                </c:pt>
                <c:pt idx="113">
                  <c:v>-93.6983</c:v>
                </c:pt>
                <c:pt idx="114">
                  <c:v>-93.6983</c:v>
                </c:pt>
                <c:pt idx="115">
                  <c:v>-93.6985</c:v>
                </c:pt>
                <c:pt idx="116">
                  <c:v>-93.6985</c:v>
                </c:pt>
                <c:pt idx="117">
                  <c:v>-93.6985</c:v>
                </c:pt>
                <c:pt idx="118">
                  <c:v>-93.6987</c:v>
                </c:pt>
                <c:pt idx="119">
                  <c:v>-93.6987</c:v>
                </c:pt>
                <c:pt idx="120">
                  <c:v>-93.6987</c:v>
                </c:pt>
                <c:pt idx="121">
                  <c:v>-93.6987</c:v>
                </c:pt>
                <c:pt idx="122">
                  <c:v>-93.6987</c:v>
                </c:pt>
                <c:pt idx="123">
                  <c:v>-93.6987</c:v>
                </c:pt>
                <c:pt idx="124">
                  <c:v>-93.6987</c:v>
                </c:pt>
                <c:pt idx="125">
                  <c:v>-93.6987</c:v>
                </c:pt>
                <c:pt idx="126">
                  <c:v>-93.6987</c:v>
                </c:pt>
                <c:pt idx="127">
                  <c:v>-93.6987</c:v>
                </c:pt>
                <c:pt idx="128">
                  <c:v>-93.7172</c:v>
                </c:pt>
                <c:pt idx="129">
                  <c:v>-93.7184</c:v>
                </c:pt>
                <c:pt idx="130">
                  <c:v>-93.7183</c:v>
                </c:pt>
                <c:pt idx="131">
                  <c:v>-93.7183</c:v>
                </c:pt>
                <c:pt idx="132">
                  <c:v>-93.7183</c:v>
                </c:pt>
                <c:pt idx="133">
                  <c:v>-93.7182</c:v>
                </c:pt>
                <c:pt idx="134">
                  <c:v>-93.718</c:v>
                </c:pt>
                <c:pt idx="135">
                  <c:v>-93.718</c:v>
                </c:pt>
                <c:pt idx="136">
                  <c:v>-93.718</c:v>
                </c:pt>
                <c:pt idx="137">
                  <c:v>-93.718</c:v>
                </c:pt>
                <c:pt idx="138">
                  <c:v>-93.718</c:v>
                </c:pt>
                <c:pt idx="139">
                  <c:v>-93.7179</c:v>
                </c:pt>
                <c:pt idx="140">
                  <c:v>-93.7177</c:v>
                </c:pt>
                <c:pt idx="141">
                  <c:v>-93.7176</c:v>
                </c:pt>
                <c:pt idx="142">
                  <c:v>-93.7176</c:v>
                </c:pt>
                <c:pt idx="143">
                  <c:v>-93.7176</c:v>
                </c:pt>
                <c:pt idx="144">
                  <c:v>-93.7374</c:v>
                </c:pt>
                <c:pt idx="145">
                  <c:v>-93.7375</c:v>
                </c:pt>
                <c:pt idx="146">
                  <c:v>-93.7375</c:v>
                </c:pt>
                <c:pt idx="147">
                  <c:v>-93.7375</c:v>
                </c:pt>
                <c:pt idx="148">
                  <c:v>-93.7376</c:v>
                </c:pt>
                <c:pt idx="149">
                  <c:v>-93.7377</c:v>
                </c:pt>
                <c:pt idx="150">
                  <c:v>-93.7377</c:v>
                </c:pt>
                <c:pt idx="151">
                  <c:v>-93.7377</c:v>
                </c:pt>
                <c:pt idx="152">
                  <c:v>-93.7378</c:v>
                </c:pt>
                <c:pt idx="153">
                  <c:v>-93.7378</c:v>
                </c:pt>
                <c:pt idx="154">
                  <c:v>-93.7378</c:v>
                </c:pt>
                <c:pt idx="155">
                  <c:v>-93.7378</c:v>
                </c:pt>
                <c:pt idx="156">
                  <c:v>-93.7573</c:v>
                </c:pt>
                <c:pt idx="157">
                  <c:v>-93.7573</c:v>
                </c:pt>
                <c:pt idx="158">
                  <c:v>-93.7572</c:v>
                </c:pt>
                <c:pt idx="159">
                  <c:v>-93.7571</c:v>
                </c:pt>
              </c:numCache>
            </c:numRef>
          </c:xVal>
          <c:yVal>
            <c:numRef>
              <c:f>Sheet1!$B$2:$B$161</c:f>
              <c:numCache>
                <c:formatCode>General</c:formatCode>
                <c:ptCount val="160"/>
                <c:pt idx="0">
                  <c:v>42.0232</c:v>
                </c:pt>
                <c:pt idx="1">
                  <c:v>42.0232</c:v>
                </c:pt>
                <c:pt idx="2">
                  <c:v>42.0233</c:v>
                </c:pt>
                <c:pt idx="3">
                  <c:v>42.0232</c:v>
                </c:pt>
                <c:pt idx="4">
                  <c:v>42.0232</c:v>
                </c:pt>
                <c:pt idx="5">
                  <c:v>42.0229</c:v>
                </c:pt>
                <c:pt idx="6">
                  <c:v>42.0229</c:v>
                </c:pt>
                <c:pt idx="7">
                  <c:v>42.0222</c:v>
                </c:pt>
                <c:pt idx="8">
                  <c:v>42.0231</c:v>
                </c:pt>
                <c:pt idx="9">
                  <c:v>42.0232</c:v>
                </c:pt>
                <c:pt idx="10">
                  <c:v>42.023</c:v>
                </c:pt>
                <c:pt idx="11">
                  <c:v>42.0228</c:v>
                </c:pt>
                <c:pt idx="12">
                  <c:v>42.0228</c:v>
                </c:pt>
                <c:pt idx="13">
                  <c:v>42.0089</c:v>
                </c:pt>
                <c:pt idx="14">
                  <c:v>42.0089</c:v>
                </c:pt>
                <c:pt idx="15">
                  <c:v>42.0089</c:v>
                </c:pt>
                <c:pt idx="16">
                  <c:v>42.0089</c:v>
                </c:pt>
                <c:pt idx="17">
                  <c:v>42.0088</c:v>
                </c:pt>
                <c:pt idx="18">
                  <c:v>42.0087</c:v>
                </c:pt>
                <c:pt idx="19">
                  <c:v>42.0087</c:v>
                </c:pt>
                <c:pt idx="20">
                  <c:v>42.0087</c:v>
                </c:pt>
                <c:pt idx="21">
                  <c:v>42.0086</c:v>
                </c:pt>
                <c:pt idx="22">
                  <c:v>42.0086</c:v>
                </c:pt>
                <c:pt idx="23">
                  <c:v>42.0086</c:v>
                </c:pt>
                <c:pt idx="24">
                  <c:v>42.0086</c:v>
                </c:pt>
                <c:pt idx="25">
                  <c:v>42.0086</c:v>
                </c:pt>
                <c:pt idx="26">
                  <c:v>42.0086</c:v>
                </c:pt>
                <c:pt idx="27">
                  <c:v>42.0086</c:v>
                </c:pt>
                <c:pt idx="28">
                  <c:v>42.0086</c:v>
                </c:pt>
                <c:pt idx="29">
                  <c:v>42.0086</c:v>
                </c:pt>
                <c:pt idx="30">
                  <c:v>42.0086</c:v>
                </c:pt>
                <c:pt idx="31">
                  <c:v>42.0086</c:v>
                </c:pt>
                <c:pt idx="32">
                  <c:v>42.0085</c:v>
                </c:pt>
                <c:pt idx="33">
                  <c:v>42.0084</c:v>
                </c:pt>
                <c:pt idx="34">
                  <c:v>42.0084</c:v>
                </c:pt>
                <c:pt idx="35">
                  <c:v>42.0083</c:v>
                </c:pt>
                <c:pt idx="36">
                  <c:v>42.0083</c:v>
                </c:pt>
                <c:pt idx="37">
                  <c:v>42.0083</c:v>
                </c:pt>
                <c:pt idx="38">
                  <c:v>42.0083</c:v>
                </c:pt>
                <c:pt idx="39">
                  <c:v>42.0083</c:v>
                </c:pt>
                <c:pt idx="40">
                  <c:v>42.0083</c:v>
                </c:pt>
                <c:pt idx="41">
                  <c:v>42.0083</c:v>
                </c:pt>
                <c:pt idx="42">
                  <c:v>42.0083</c:v>
                </c:pt>
                <c:pt idx="43">
                  <c:v>41.9955</c:v>
                </c:pt>
                <c:pt idx="44">
                  <c:v>41.9955</c:v>
                </c:pt>
                <c:pt idx="45">
                  <c:v>41.9941</c:v>
                </c:pt>
                <c:pt idx="46">
                  <c:v>41.9941</c:v>
                </c:pt>
                <c:pt idx="47">
                  <c:v>41.9941</c:v>
                </c:pt>
                <c:pt idx="48">
                  <c:v>41.9941</c:v>
                </c:pt>
                <c:pt idx="49">
                  <c:v>41.9941</c:v>
                </c:pt>
                <c:pt idx="50">
                  <c:v>41.9941</c:v>
                </c:pt>
                <c:pt idx="51">
                  <c:v>41.9941</c:v>
                </c:pt>
                <c:pt idx="52">
                  <c:v>41.9941</c:v>
                </c:pt>
                <c:pt idx="53">
                  <c:v>41.9796</c:v>
                </c:pt>
                <c:pt idx="54">
                  <c:v>41.9796</c:v>
                </c:pt>
                <c:pt idx="55">
                  <c:v>41.9795</c:v>
                </c:pt>
                <c:pt idx="56">
                  <c:v>41.9795</c:v>
                </c:pt>
                <c:pt idx="57">
                  <c:v>41.9795</c:v>
                </c:pt>
                <c:pt idx="58">
                  <c:v>41.9794</c:v>
                </c:pt>
                <c:pt idx="59">
                  <c:v>41.9794</c:v>
                </c:pt>
                <c:pt idx="60">
                  <c:v>41.9794</c:v>
                </c:pt>
                <c:pt idx="61">
                  <c:v>41.9794</c:v>
                </c:pt>
                <c:pt idx="62">
                  <c:v>41.9794</c:v>
                </c:pt>
                <c:pt idx="63">
                  <c:v>41.9793</c:v>
                </c:pt>
                <c:pt idx="64">
                  <c:v>41.9794</c:v>
                </c:pt>
                <c:pt idx="65">
                  <c:v>41.9794</c:v>
                </c:pt>
                <c:pt idx="66">
                  <c:v>41.9794</c:v>
                </c:pt>
                <c:pt idx="67">
                  <c:v>41.9794</c:v>
                </c:pt>
                <c:pt idx="68">
                  <c:v>41.9794</c:v>
                </c:pt>
                <c:pt idx="69">
                  <c:v>41.9794</c:v>
                </c:pt>
                <c:pt idx="70">
                  <c:v>41.9851</c:v>
                </c:pt>
                <c:pt idx="71">
                  <c:v>41.9871</c:v>
                </c:pt>
                <c:pt idx="72">
                  <c:v>41.9889</c:v>
                </c:pt>
                <c:pt idx="73">
                  <c:v>41.9889</c:v>
                </c:pt>
                <c:pt idx="74">
                  <c:v>41.9889</c:v>
                </c:pt>
                <c:pt idx="75">
                  <c:v>41.9889</c:v>
                </c:pt>
                <c:pt idx="76">
                  <c:v>41.9889</c:v>
                </c:pt>
                <c:pt idx="77">
                  <c:v>41.9889</c:v>
                </c:pt>
                <c:pt idx="78">
                  <c:v>41.9889</c:v>
                </c:pt>
                <c:pt idx="79">
                  <c:v>41.9889</c:v>
                </c:pt>
                <c:pt idx="80">
                  <c:v>41.9889</c:v>
                </c:pt>
                <c:pt idx="81">
                  <c:v>41.9889</c:v>
                </c:pt>
                <c:pt idx="82">
                  <c:v>41.9892</c:v>
                </c:pt>
                <c:pt idx="83">
                  <c:v>41.9924</c:v>
                </c:pt>
                <c:pt idx="84">
                  <c:v>41.9907</c:v>
                </c:pt>
                <c:pt idx="85">
                  <c:v>41.9894</c:v>
                </c:pt>
                <c:pt idx="86">
                  <c:v>41.9884</c:v>
                </c:pt>
                <c:pt idx="87">
                  <c:v>41.9844</c:v>
                </c:pt>
                <c:pt idx="88">
                  <c:v>41.9833</c:v>
                </c:pt>
                <c:pt idx="89">
                  <c:v>41.9922</c:v>
                </c:pt>
                <c:pt idx="90">
                  <c:v>41.9935</c:v>
                </c:pt>
                <c:pt idx="91">
                  <c:v>41.9939</c:v>
                </c:pt>
                <c:pt idx="92">
                  <c:v>41.9939</c:v>
                </c:pt>
                <c:pt idx="93">
                  <c:v>41.9939</c:v>
                </c:pt>
                <c:pt idx="94">
                  <c:v>41.9939</c:v>
                </c:pt>
                <c:pt idx="95">
                  <c:v>41.9934</c:v>
                </c:pt>
                <c:pt idx="96">
                  <c:v>41.9916</c:v>
                </c:pt>
                <c:pt idx="97">
                  <c:v>41.9905</c:v>
                </c:pt>
                <c:pt idx="98">
                  <c:v>41.9893</c:v>
                </c:pt>
                <c:pt idx="99">
                  <c:v>41.9883</c:v>
                </c:pt>
                <c:pt idx="100">
                  <c:v>41.9864</c:v>
                </c:pt>
                <c:pt idx="101">
                  <c:v>41.9848</c:v>
                </c:pt>
                <c:pt idx="102">
                  <c:v>41.9778</c:v>
                </c:pt>
                <c:pt idx="103">
                  <c:v>41.9792</c:v>
                </c:pt>
                <c:pt idx="104">
                  <c:v>41.9792</c:v>
                </c:pt>
                <c:pt idx="105">
                  <c:v>41.9793</c:v>
                </c:pt>
                <c:pt idx="106">
                  <c:v>41.9794</c:v>
                </c:pt>
                <c:pt idx="107">
                  <c:v>41.9794</c:v>
                </c:pt>
                <c:pt idx="108">
                  <c:v>41.9753</c:v>
                </c:pt>
                <c:pt idx="109">
                  <c:v>41.9721</c:v>
                </c:pt>
                <c:pt idx="110">
                  <c:v>41.9649</c:v>
                </c:pt>
                <c:pt idx="111">
                  <c:v>41.97</c:v>
                </c:pt>
                <c:pt idx="112">
                  <c:v>41.9762</c:v>
                </c:pt>
                <c:pt idx="113">
                  <c:v>41.9775</c:v>
                </c:pt>
                <c:pt idx="114">
                  <c:v>41.9788</c:v>
                </c:pt>
                <c:pt idx="115">
                  <c:v>41.9921</c:v>
                </c:pt>
                <c:pt idx="116">
                  <c:v>41.9945</c:v>
                </c:pt>
                <c:pt idx="117">
                  <c:v>41.9959</c:v>
                </c:pt>
                <c:pt idx="118">
                  <c:v>42.0052</c:v>
                </c:pt>
                <c:pt idx="119">
                  <c:v>42.0071</c:v>
                </c:pt>
                <c:pt idx="120">
                  <c:v>42.0084</c:v>
                </c:pt>
                <c:pt idx="121">
                  <c:v>42.0097</c:v>
                </c:pt>
                <c:pt idx="122">
                  <c:v>42.012</c:v>
                </c:pt>
                <c:pt idx="123">
                  <c:v>42.0139</c:v>
                </c:pt>
                <c:pt idx="124">
                  <c:v>42.0154</c:v>
                </c:pt>
                <c:pt idx="125">
                  <c:v>42.0172</c:v>
                </c:pt>
                <c:pt idx="126">
                  <c:v>42.0189</c:v>
                </c:pt>
                <c:pt idx="127">
                  <c:v>42.0226</c:v>
                </c:pt>
                <c:pt idx="128">
                  <c:v>42.0232</c:v>
                </c:pt>
                <c:pt idx="129">
                  <c:v>42.0192</c:v>
                </c:pt>
                <c:pt idx="130">
                  <c:v>42.0179</c:v>
                </c:pt>
                <c:pt idx="131">
                  <c:v>42.013</c:v>
                </c:pt>
                <c:pt idx="132">
                  <c:v>42.0111</c:v>
                </c:pt>
                <c:pt idx="133">
                  <c:v>42.0086</c:v>
                </c:pt>
                <c:pt idx="134">
                  <c:v>41.9956</c:v>
                </c:pt>
                <c:pt idx="135">
                  <c:v>41.994</c:v>
                </c:pt>
                <c:pt idx="136">
                  <c:v>41.9923</c:v>
                </c:pt>
                <c:pt idx="137">
                  <c:v>41.9894</c:v>
                </c:pt>
                <c:pt idx="138">
                  <c:v>41.9891</c:v>
                </c:pt>
                <c:pt idx="139">
                  <c:v>41.9878</c:v>
                </c:pt>
                <c:pt idx="140">
                  <c:v>41.9801</c:v>
                </c:pt>
                <c:pt idx="141">
                  <c:v>41.9676</c:v>
                </c:pt>
                <c:pt idx="142">
                  <c:v>41.9659</c:v>
                </c:pt>
                <c:pt idx="143">
                  <c:v>41.9649</c:v>
                </c:pt>
                <c:pt idx="144">
                  <c:v>41.9967</c:v>
                </c:pt>
                <c:pt idx="145">
                  <c:v>41.9981</c:v>
                </c:pt>
                <c:pt idx="146">
                  <c:v>41.9994</c:v>
                </c:pt>
                <c:pt idx="147">
                  <c:v>42.0005</c:v>
                </c:pt>
                <c:pt idx="148">
                  <c:v>42.0048</c:v>
                </c:pt>
                <c:pt idx="149">
                  <c:v>42.0111</c:v>
                </c:pt>
                <c:pt idx="150">
                  <c:v>42.0131</c:v>
                </c:pt>
                <c:pt idx="151">
                  <c:v>42.0145</c:v>
                </c:pt>
                <c:pt idx="152">
                  <c:v>42.0175</c:v>
                </c:pt>
                <c:pt idx="153">
                  <c:v>42.0189</c:v>
                </c:pt>
                <c:pt idx="154">
                  <c:v>42.0228</c:v>
                </c:pt>
                <c:pt idx="155">
                  <c:v>42.0228</c:v>
                </c:pt>
                <c:pt idx="156">
                  <c:v>42.0215</c:v>
                </c:pt>
                <c:pt idx="157">
                  <c:v>42.0205</c:v>
                </c:pt>
                <c:pt idx="158">
                  <c:v>42.0193</c:v>
                </c:pt>
                <c:pt idx="159">
                  <c:v>42.0058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Sheet1!$B$163</c:f>
              <c:strCache>
                <c:ptCount val="1"/>
                <c:pt idx="0">
                  <c:v>block 2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0F6E70"/>
              </a:solidFill>
              <a:ln>
                <a:noFill/>
              </a:ln>
            </c:spPr>
          </c:marker>
          <c:xVal>
            <c:numRef>
              <c:f>Sheet1!$A$164:$A$318</c:f>
              <c:numCache>
                <c:formatCode>General</c:formatCode>
                <c:ptCount val="155"/>
                <c:pt idx="0">
                  <c:v>-93.7767</c:v>
                </c:pt>
                <c:pt idx="1">
                  <c:v>-93.7767</c:v>
                </c:pt>
                <c:pt idx="2">
                  <c:v>-93.7767</c:v>
                </c:pt>
                <c:pt idx="3">
                  <c:v>-93.7767</c:v>
                </c:pt>
                <c:pt idx="4">
                  <c:v>-93.7766</c:v>
                </c:pt>
                <c:pt idx="5">
                  <c:v>-93.7766</c:v>
                </c:pt>
                <c:pt idx="6">
                  <c:v>-93.7766</c:v>
                </c:pt>
                <c:pt idx="7">
                  <c:v>-93.7766</c:v>
                </c:pt>
                <c:pt idx="8">
                  <c:v>-93.7785</c:v>
                </c:pt>
                <c:pt idx="9">
                  <c:v>-93.78</c:v>
                </c:pt>
                <c:pt idx="10">
                  <c:v>-93.7815</c:v>
                </c:pt>
                <c:pt idx="11">
                  <c:v>-93.783</c:v>
                </c:pt>
                <c:pt idx="12">
                  <c:v>-93.7851</c:v>
                </c:pt>
                <c:pt idx="13">
                  <c:v>-93.7961</c:v>
                </c:pt>
                <c:pt idx="14">
                  <c:v>-93.7944</c:v>
                </c:pt>
                <c:pt idx="15">
                  <c:v>-93.7927</c:v>
                </c:pt>
                <c:pt idx="16">
                  <c:v>-93.7869</c:v>
                </c:pt>
                <c:pt idx="17">
                  <c:v>-93.7866</c:v>
                </c:pt>
                <c:pt idx="18">
                  <c:v>-93.785</c:v>
                </c:pt>
                <c:pt idx="19">
                  <c:v>-93.7835</c:v>
                </c:pt>
                <c:pt idx="20">
                  <c:v>-93.7818</c:v>
                </c:pt>
                <c:pt idx="21">
                  <c:v>-93.7804</c:v>
                </c:pt>
                <c:pt idx="22">
                  <c:v>-93.778</c:v>
                </c:pt>
                <c:pt idx="23">
                  <c:v>-93.7766</c:v>
                </c:pt>
                <c:pt idx="24">
                  <c:v>-93.7765</c:v>
                </c:pt>
                <c:pt idx="25">
                  <c:v>-93.7765</c:v>
                </c:pt>
                <c:pt idx="26">
                  <c:v>-93.7765</c:v>
                </c:pt>
                <c:pt idx="27">
                  <c:v>-93.7765</c:v>
                </c:pt>
                <c:pt idx="28">
                  <c:v>-93.7766</c:v>
                </c:pt>
                <c:pt idx="29">
                  <c:v>-93.7766</c:v>
                </c:pt>
                <c:pt idx="30">
                  <c:v>-93.7766</c:v>
                </c:pt>
                <c:pt idx="31">
                  <c:v>-93.7766</c:v>
                </c:pt>
                <c:pt idx="32">
                  <c:v>-93.7766</c:v>
                </c:pt>
                <c:pt idx="33">
                  <c:v>-93.7766</c:v>
                </c:pt>
                <c:pt idx="34">
                  <c:v>-93.7766</c:v>
                </c:pt>
                <c:pt idx="35">
                  <c:v>-93.7765</c:v>
                </c:pt>
                <c:pt idx="36">
                  <c:v>-93.7765</c:v>
                </c:pt>
                <c:pt idx="37">
                  <c:v>-93.7765</c:v>
                </c:pt>
                <c:pt idx="38">
                  <c:v>-93.7765</c:v>
                </c:pt>
                <c:pt idx="39">
                  <c:v>-93.7765</c:v>
                </c:pt>
                <c:pt idx="40">
                  <c:v>-93.7765</c:v>
                </c:pt>
                <c:pt idx="41">
                  <c:v>-93.7765</c:v>
                </c:pt>
                <c:pt idx="42">
                  <c:v>-93.7765</c:v>
                </c:pt>
                <c:pt idx="43">
                  <c:v>-93.7764</c:v>
                </c:pt>
                <c:pt idx="44">
                  <c:v>-93.7764</c:v>
                </c:pt>
                <c:pt idx="45">
                  <c:v>-93.7764</c:v>
                </c:pt>
                <c:pt idx="46">
                  <c:v>-93.7764</c:v>
                </c:pt>
                <c:pt idx="47">
                  <c:v>-93.7764</c:v>
                </c:pt>
                <c:pt idx="48">
                  <c:v>-93.7764</c:v>
                </c:pt>
                <c:pt idx="49">
                  <c:v>-93.7763</c:v>
                </c:pt>
                <c:pt idx="50">
                  <c:v>-93.7763</c:v>
                </c:pt>
                <c:pt idx="51">
                  <c:v>-93.7763</c:v>
                </c:pt>
                <c:pt idx="52">
                  <c:v>-93.7767</c:v>
                </c:pt>
                <c:pt idx="53">
                  <c:v>-93.782</c:v>
                </c:pt>
                <c:pt idx="54">
                  <c:v>-93.7836</c:v>
                </c:pt>
                <c:pt idx="55">
                  <c:v>-93.7859</c:v>
                </c:pt>
                <c:pt idx="56">
                  <c:v>-93.7891</c:v>
                </c:pt>
                <c:pt idx="57">
                  <c:v>-93.7947</c:v>
                </c:pt>
                <c:pt idx="58">
                  <c:v>-93.8092</c:v>
                </c:pt>
                <c:pt idx="59">
                  <c:v>-93.8105</c:v>
                </c:pt>
                <c:pt idx="60">
                  <c:v>-93.8118</c:v>
                </c:pt>
                <c:pt idx="61">
                  <c:v>-93.7767</c:v>
                </c:pt>
                <c:pt idx="62">
                  <c:v>-93.7766</c:v>
                </c:pt>
                <c:pt idx="63">
                  <c:v>-93.7766</c:v>
                </c:pt>
                <c:pt idx="64">
                  <c:v>-93.7775</c:v>
                </c:pt>
                <c:pt idx="65">
                  <c:v>-93.7824</c:v>
                </c:pt>
                <c:pt idx="66">
                  <c:v>-93.7767</c:v>
                </c:pt>
                <c:pt idx="67">
                  <c:v>-93.7767</c:v>
                </c:pt>
                <c:pt idx="68">
                  <c:v>-93.7766</c:v>
                </c:pt>
                <c:pt idx="69">
                  <c:v>-93.7772</c:v>
                </c:pt>
                <c:pt idx="70">
                  <c:v>-93.7799</c:v>
                </c:pt>
                <c:pt idx="71">
                  <c:v>-93.7833</c:v>
                </c:pt>
                <c:pt idx="72">
                  <c:v>-93.8156</c:v>
                </c:pt>
                <c:pt idx="73">
                  <c:v>-93.8156</c:v>
                </c:pt>
                <c:pt idx="74">
                  <c:v>-93.8194</c:v>
                </c:pt>
                <c:pt idx="75">
                  <c:v>-93.8212</c:v>
                </c:pt>
                <c:pt idx="76">
                  <c:v>-93.8222</c:v>
                </c:pt>
                <c:pt idx="77">
                  <c:v>-93.823</c:v>
                </c:pt>
                <c:pt idx="78">
                  <c:v>-93.8278</c:v>
                </c:pt>
                <c:pt idx="79">
                  <c:v>-93.8351</c:v>
                </c:pt>
                <c:pt idx="80">
                  <c:v>-93.8351</c:v>
                </c:pt>
                <c:pt idx="81">
                  <c:v>-93.8351</c:v>
                </c:pt>
                <c:pt idx="82">
                  <c:v>-93.8351</c:v>
                </c:pt>
                <c:pt idx="83">
                  <c:v>-93.8351</c:v>
                </c:pt>
                <c:pt idx="84">
                  <c:v>-93.8351</c:v>
                </c:pt>
                <c:pt idx="85">
                  <c:v>-93.8058</c:v>
                </c:pt>
                <c:pt idx="86">
                  <c:v>-93.7954</c:v>
                </c:pt>
                <c:pt idx="87">
                  <c:v>-93.7954</c:v>
                </c:pt>
                <c:pt idx="88">
                  <c:v>-93.7954</c:v>
                </c:pt>
                <c:pt idx="89">
                  <c:v>-93.7954</c:v>
                </c:pt>
                <c:pt idx="90">
                  <c:v>-93.7954</c:v>
                </c:pt>
                <c:pt idx="91">
                  <c:v>-93.7954</c:v>
                </c:pt>
                <c:pt idx="92">
                  <c:v>-93.7955</c:v>
                </c:pt>
                <c:pt idx="93">
                  <c:v>-93.7955</c:v>
                </c:pt>
                <c:pt idx="94">
                  <c:v>-93.7956</c:v>
                </c:pt>
                <c:pt idx="95">
                  <c:v>-93.7956</c:v>
                </c:pt>
                <c:pt idx="96">
                  <c:v>-93.7957</c:v>
                </c:pt>
                <c:pt idx="97">
                  <c:v>-93.7957</c:v>
                </c:pt>
                <c:pt idx="98">
                  <c:v>-93.7957</c:v>
                </c:pt>
                <c:pt idx="99">
                  <c:v>-93.7957</c:v>
                </c:pt>
                <c:pt idx="100">
                  <c:v>-93.7767</c:v>
                </c:pt>
                <c:pt idx="101">
                  <c:v>-93.7767</c:v>
                </c:pt>
                <c:pt idx="102">
                  <c:v>-93.7766</c:v>
                </c:pt>
                <c:pt idx="103">
                  <c:v>-93.7766</c:v>
                </c:pt>
                <c:pt idx="104">
                  <c:v>-93.7766</c:v>
                </c:pt>
                <c:pt idx="105">
                  <c:v>-93.7766</c:v>
                </c:pt>
                <c:pt idx="106">
                  <c:v>-93.7766</c:v>
                </c:pt>
                <c:pt idx="107">
                  <c:v>-93.7765</c:v>
                </c:pt>
                <c:pt idx="108">
                  <c:v>-93.7764</c:v>
                </c:pt>
                <c:pt idx="109">
                  <c:v>-93.7764</c:v>
                </c:pt>
                <c:pt idx="110">
                  <c:v>-93.7763</c:v>
                </c:pt>
                <c:pt idx="111">
                  <c:v>-93.7763</c:v>
                </c:pt>
                <c:pt idx="112">
                  <c:v>-93.7768</c:v>
                </c:pt>
                <c:pt idx="113">
                  <c:v>-93.787</c:v>
                </c:pt>
                <c:pt idx="114">
                  <c:v>-93.8109</c:v>
                </c:pt>
                <c:pt idx="115">
                  <c:v>-93.8156</c:v>
                </c:pt>
                <c:pt idx="116">
                  <c:v>-93.8156</c:v>
                </c:pt>
                <c:pt idx="117">
                  <c:v>-93.8216</c:v>
                </c:pt>
                <c:pt idx="118">
                  <c:v>-93.7767</c:v>
                </c:pt>
                <c:pt idx="119">
                  <c:v>-93.7766</c:v>
                </c:pt>
                <c:pt idx="120">
                  <c:v>-93.7766</c:v>
                </c:pt>
                <c:pt idx="121">
                  <c:v>-93.7766</c:v>
                </c:pt>
                <c:pt idx="122">
                  <c:v>-93.7769</c:v>
                </c:pt>
                <c:pt idx="123">
                  <c:v>-93.7792</c:v>
                </c:pt>
                <c:pt idx="124">
                  <c:v>-93.7829</c:v>
                </c:pt>
                <c:pt idx="125">
                  <c:v>-93.7767</c:v>
                </c:pt>
                <c:pt idx="126">
                  <c:v>-93.7767</c:v>
                </c:pt>
                <c:pt idx="127">
                  <c:v>-93.7766</c:v>
                </c:pt>
                <c:pt idx="128">
                  <c:v>-93.7766</c:v>
                </c:pt>
                <c:pt idx="129">
                  <c:v>-93.7747</c:v>
                </c:pt>
                <c:pt idx="130">
                  <c:v>-93.774</c:v>
                </c:pt>
                <c:pt idx="131">
                  <c:v>-93.7723</c:v>
                </c:pt>
                <c:pt idx="132">
                  <c:v>-93.7705</c:v>
                </c:pt>
                <c:pt idx="133">
                  <c:v>-93.7623</c:v>
                </c:pt>
                <c:pt idx="134">
                  <c:v>-93.7744</c:v>
                </c:pt>
                <c:pt idx="135">
                  <c:v>-93.7764</c:v>
                </c:pt>
                <c:pt idx="136">
                  <c:v>-93.7763</c:v>
                </c:pt>
                <c:pt idx="137">
                  <c:v>-93.7371</c:v>
                </c:pt>
                <c:pt idx="138">
                  <c:v>-93.7384</c:v>
                </c:pt>
                <c:pt idx="139">
                  <c:v>-93.7573</c:v>
                </c:pt>
                <c:pt idx="140">
                  <c:v>-93.7954</c:v>
                </c:pt>
                <c:pt idx="141">
                  <c:v>-93.7954</c:v>
                </c:pt>
                <c:pt idx="142">
                  <c:v>-93.7954</c:v>
                </c:pt>
                <c:pt idx="143">
                  <c:v>-93.7787</c:v>
                </c:pt>
                <c:pt idx="144">
                  <c:v>-93.7175</c:v>
                </c:pt>
                <c:pt idx="145">
                  <c:v>-93.7369</c:v>
                </c:pt>
                <c:pt idx="146">
                  <c:v>-93.7571</c:v>
                </c:pt>
                <c:pt idx="147">
                  <c:v>-93.757</c:v>
                </c:pt>
                <c:pt idx="148">
                  <c:v>-93.757</c:v>
                </c:pt>
                <c:pt idx="149">
                  <c:v>-93.757</c:v>
                </c:pt>
                <c:pt idx="150">
                  <c:v>-93.7569</c:v>
                </c:pt>
                <c:pt idx="151">
                  <c:v>-93.7569</c:v>
                </c:pt>
                <c:pt idx="152">
                  <c:v>-93.7569</c:v>
                </c:pt>
                <c:pt idx="153">
                  <c:v>-93.7564</c:v>
                </c:pt>
                <c:pt idx="154">
                  <c:v>-93.7564</c:v>
                </c:pt>
              </c:numCache>
            </c:numRef>
          </c:xVal>
          <c:yVal>
            <c:numRef>
              <c:f>Sheet1!$B$164:$B$318</c:f>
              <c:numCache>
                <c:formatCode>General</c:formatCode>
                <c:ptCount val="155"/>
                <c:pt idx="0">
                  <c:v>42.0177</c:v>
                </c:pt>
                <c:pt idx="1">
                  <c:v>42.0167</c:v>
                </c:pt>
                <c:pt idx="2">
                  <c:v>42.0155</c:v>
                </c:pt>
                <c:pt idx="3">
                  <c:v>42.0143</c:v>
                </c:pt>
                <c:pt idx="4">
                  <c:v>42.0124</c:v>
                </c:pt>
                <c:pt idx="5">
                  <c:v>42.0111</c:v>
                </c:pt>
                <c:pt idx="6">
                  <c:v>42.0099</c:v>
                </c:pt>
                <c:pt idx="7">
                  <c:v>42.009</c:v>
                </c:pt>
                <c:pt idx="8">
                  <c:v>42.0088</c:v>
                </c:pt>
                <c:pt idx="9">
                  <c:v>42.0088</c:v>
                </c:pt>
                <c:pt idx="10">
                  <c:v>42.0088</c:v>
                </c:pt>
                <c:pt idx="11">
                  <c:v>42.0088</c:v>
                </c:pt>
                <c:pt idx="12">
                  <c:v>42.0087</c:v>
                </c:pt>
                <c:pt idx="13">
                  <c:v>41.9941</c:v>
                </c:pt>
                <c:pt idx="14">
                  <c:v>41.9941</c:v>
                </c:pt>
                <c:pt idx="15">
                  <c:v>41.9941</c:v>
                </c:pt>
                <c:pt idx="16">
                  <c:v>41.9942</c:v>
                </c:pt>
                <c:pt idx="17">
                  <c:v>41.9942</c:v>
                </c:pt>
                <c:pt idx="18">
                  <c:v>41.9942</c:v>
                </c:pt>
                <c:pt idx="19">
                  <c:v>41.9942</c:v>
                </c:pt>
                <c:pt idx="20">
                  <c:v>41.9942</c:v>
                </c:pt>
                <c:pt idx="21">
                  <c:v>41.9942</c:v>
                </c:pt>
                <c:pt idx="22">
                  <c:v>41.9943</c:v>
                </c:pt>
                <c:pt idx="23">
                  <c:v>41.9943</c:v>
                </c:pt>
                <c:pt idx="24">
                  <c:v>41.9981</c:v>
                </c:pt>
                <c:pt idx="25">
                  <c:v>41.9992</c:v>
                </c:pt>
                <c:pt idx="26">
                  <c:v>42.0002</c:v>
                </c:pt>
                <c:pt idx="27">
                  <c:v>42.004</c:v>
                </c:pt>
                <c:pt idx="28">
                  <c:v>42.0075</c:v>
                </c:pt>
                <c:pt idx="29">
                  <c:v>42.0088</c:v>
                </c:pt>
                <c:pt idx="30">
                  <c:v>42.0089</c:v>
                </c:pt>
                <c:pt idx="31">
                  <c:v>42.0087</c:v>
                </c:pt>
                <c:pt idx="32">
                  <c:v>42.0079</c:v>
                </c:pt>
                <c:pt idx="33">
                  <c:v>42.0068</c:v>
                </c:pt>
                <c:pt idx="34">
                  <c:v>42.0056</c:v>
                </c:pt>
                <c:pt idx="35">
                  <c:v>42.0045</c:v>
                </c:pt>
                <c:pt idx="36">
                  <c:v>42.003</c:v>
                </c:pt>
                <c:pt idx="37">
                  <c:v>42.0017</c:v>
                </c:pt>
                <c:pt idx="38">
                  <c:v>42.0004</c:v>
                </c:pt>
                <c:pt idx="39">
                  <c:v>41.999</c:v>
                </c:pt>
                <c:pt idx="40">
                  <c:v>41.9979</c:v>
                </c:pt>
                <c:pt idx="41">
                  <c:v>41.9974</c:v>
                </c:pt>
                <c:pt idx="42">
                  <c:v>41.9965</c:v>
                </c:pt>
                <c:pt idx="43">
                  <c:v>41.9933</c:v>
                </c:pt>
                <c:pt idx="44">
                  <c:v>41.992</c:v>
                </c:pt>
                <c:pt idx="45">
                  <c:v>41.9903</c:v>
                </c:pt>
                <c:pt idx="46">
                  <c:v>41.9889</c:v>
                </c:pt>
                <c:pt idx="47">
                  <c:v>41.9869</c:v>
                </c:pt>
                <c:pt idx="48">
                  <c:v>41.9853</c:v>
                </c:pt>
                <c:pt idx="49">
                  <c:v>41.9807</c:v>
                </c:pt>
                <c:pt idx="50">
                  <c:v>41.9799</c:v>
                </c:pt>
                <c:pt idx="51">
                  <c:v>41.9799</c:v>
                </c:pt>
                <c:pt idx="52">
                  <c:v>41.9797</c:v>
                </c:pt>
                <c:pt idx="53">
                  <c:v>41.9797</c:v>
                </c:pt>
                <c:pt idx="54">
                  <c:v>41.9797</c:v>
                </c:pt>
                <c:pt idx="55">
                  <c:v>41.9797</c:v>
                </c:pt>
                <c:pt idx="56">
                  <c:v>41.9796</c:v>
                </c:pt>
                <c:pt idx="57">
                  <c:v>41.9796</c:v>
                </c:pt>
                <c:pt idx="58">
                  <c:v>41.9796</c:v>
                </c:pt>
                <c:pt idx="59">
                  <c:v>41.9796</c:v>
                </c:pt>
                <c:pt idx="60">
                  <c:v>41.9796</c:v>
                </c:pt>
                <c:pt idx="61">
                  <c:v>42.0156</c:v>
                </c:pt>
                <c:pt idx="62">
                  <c:v>42.0123</c:v>
                </c:pt>
                <c:pt idx="63">
                  <c:v>42.0095</c:v>
                </c:pt>
                <c:pt idx="64">
                  <c:v>42.0089</c:v>
                </c:pt>
                <c:pt idx="65">
                  <c:v>42.0088</c:v>
                </c:pt>
                <c:pt idx="66">
                  <c:v>42.0171</c:v>
                </c:pt>
                <c:pt idx="67">
                  <c:v>42.0145</c:v>
                </c:pt>
                <c:pt idx="68">
                  <c:v>42.0099</c:v>
                </c:pt>
                <c:pt idx="69">
                  <c:v>42.0089</c:v>
                </c:pt>
                <c:pt idx="70">
                  <c:v>42.0088</c:v>
                </c:pt>
                <c:pt idx="71">
                  <c:v>42.0088</c:v>
                </c:pt>
                <c:pt idx="72">
                  <c:v>41.9735</c:v>
                </c:pt>
                <c:pt idx="73">
                  <c:v>41.9715</c:v>
                </c:pt>
                <c:pt idx="74">
                  <c:v>41.9652</c:v>
                </c:pt>
                <c:pt idx="75">
                  <c:v>41.9652</c:v>
                </c:pt>
                <c:pt idx="76">
                  <c:v>41.9652</c:v>
                </c:pt>
                <c:pt idx="77">
                  <c:v>41.9652</c:v>
                </c:pt>
                <c:pt idx="78">
                  <c:v>41.9652</c:v>
                </c:pt>
                <c:pt idx="79">
                  <c:v>41.9525</c:v>
                </c:pt>
                <c:pt idx="80">
                  <c:v>41.9564</c:v>
                </c:pt>
                <c:pt idx="81">
                  <c:v>41.9553</c:v>
                </c:pt>
                <c:pt idx="82">
                  <c:v>41.9541</c:v>
                </c:pt>
                <c:pt idx="83">
                  <c:v>41.953</c:v>
                </c:pt>
                <c:pt idx="84">
                  <c:v>41.9509</c:v>
                </c:pt>
                <c:pt idx="85">
                  <c:v>41.9651</c:v>
                </c:pt>
                <c:pt idx="86">
                  <c:v>41.9572</c:v>
                </c:pt>
                <c:pt idx="87">
                  <c:v>41.9585</c:v>
                </c:pt>
                <c:pt idx="88">
                  <c:v>41.9658</c:v>
                </c:pt>
                <c:pt idx="89">
                  <c:v>41.9664</c:v>
                </c:pt>
                <c:pt idx="90">
                  <c:v>41.9674</c:v>
                </c:pt>
                <c:pt idx="91">
                  <c:v>41.9685</c:v>
                </c:pt>
                <c:pt idx="92">
                  <c:v>41.9774</c:v>
                </c:pt>
                <c:pt idx="93">
                  <c:v>41.9787</c:v>
                </c:pt>
                <c:pt idx="94">
                  <c:v>41.9894</c:v>
                </c:pt>
                <c:pt idx="95">
                  <c:v>41.9911</c:v>
                </c:pt>
                <c:pt idx="96">
                  <c:v>41.9931</c:v>
                </c:pt>
                <c:pt idx="97">
                  <c:v>41.9943</c:v>
                </c:pt>
                <c:pt idx="98">
                  <c:v>41.9955</c:v>
                </c:pt>
                <c:pt idx="99">
                  <c:v>41.9973</c:v>
                </c:pt>
                <c:pt idx="100">
                  <c:v>42.0177</c:v>
                </c:pt>
                <c:pt idx="101">
                  <c:v>42.0146</c:v>
                </c:pt>
                <c:pt idx="102">
                  <c:v>42.0115</c:v>
                </c:pt>
                <c:pt idx="103">
                  <c:v>42.0083</c:v>
                </c:pt>
                <c:pt idx="104">
                  <c:v>42.0067</c:v>
                </c:pt>
                <c:pt idx="105">
                  <c:v>42.0067</c:v>
                </c:pt>
                <c:pt idx="106">
                  <c:v>42.0055</c:v>
                </c:pt>
                <c:pt idx="107">
                  <c:v>42.0024</c:v>
                </c:pt>
                <c:pt idx="108">
                  <c:v>41.9971</c:v>
                </c:pt>
                <c:pt idx="109">
                  <c:v>41.9902</c:v>
                </c:pt>
                <c:pt idx="110">
                  <c:v>41.9858</c:v>
                </c:pt>
                <c:pt idx="111">
                  <c:v>41.9804</c:v>
                </c:pt>
                <c:pt idx="112">
                  <c:v>41.9797</c:v>
                </c:pt>
                <c:pt idx="113">
                  <c:v>41.9797</c:v>
                </c:pt>
                <c:pt idx="114">
                  <c:v>41.9796</c:v>
                </c:pt>
                <c:pt idx="115">
                  <c:v>41.9779</c:v>
                </c:pt>
                <c:pt idx="116">
                  <c:v>41.9717</c:v>
                </c:pt>
                <c:pt idx="117">
                  <c:v>41.9651</c:v>
                </c:pt>
                <c:pt idx="118">
                  <c:v>42.0164</c:v>
                </c:pt>
                <c:pt idx="119">
                  <c:v>42.0142</c:v>
                </c:pt>
                <c:pt idx="120">
                  <c:v>42.0128</c:v>
                </c:pt>
                <c:pt idx="121">
                  <c:v>42.011</c:v>
                </c:pt>
                <c:pt idx="122">
                  <c:v>42.0088</c:v>
                </c:pt>
                <c:pt idx="123">
                  <c:v>42.0088</c:v>
                </c:pt>
                <c:pt idx="124">
                  <c:v>42.0088</c:v>
                </c:pt>
                <c:pt idx="125">
                  <c:v>42.0172</c:v>
                </c:pt>
                <c:pt idx="126">
                  <c:v>42.0138</c:v>
                </c:pt>
                <c:pt idx="127">
                  <c:v>42.0104</c:v>
                </c:pt>
                <c:pt idx="128">
                  <c:v>42.009</c:v>
                </c:pt>
                <c:pt idx="129">
                  <c:v>42.0089</c:v>
                </c:pt>
                <c:pt idx="130">
                  <c:v>42.0089</c:v>
                </c:pt>
                <c:pt idx="131">
                  <c:v>42.0089</c:v>
                </c:pt>
                <c:pt idx="132">
                  <c:v>42.0088</c:v>
                </c:pt>
                <c:pt idx="133">
                  <c:v>42.0089</c:v>
                </c:pt>
                <c:pt idx="134">
                  <c:v>41.9943</c:v>
                </c:pt>
                <c:pt idx="135">
                  <c:v>41.9916</c:v>
                </c:pt>
                <c:pt idx="136">
                  <c:v>41.986</c:v>
                </c:pt>
                <c:pt idx="137">
                  <c:v>41.9796</c:v>
                </c:pt>
                <c:pt idx="138">
                  <c:v>41.9651</c:v>
                </c:pt>
                <c:pt idx="139">
                  <c:v>41.9652</c:v>
                </c:pt>
                <c:pt idx="140">
                  <c:v>41.9573</c:v>
                </c:pt>
                <c:pt idx="141">
                  <c:v>41.9559</c:v>
                </c:pt>
                <c:pt idx="142">
                  <c:v>41.9508</c:v>
                </c:pt>
                <c:pt idx="143">
                  <c:v>41.9506</c:v>
                </c:pt>
                <c:pt idx="144">
                  <c:v>41.9483</c:v>
                </c:pt>
                <c:pt idx="145">
                  <c:v>41.9719</c:v>
                </c:pt>
                <c:pt idx="146">
                  <c:v>42.0012</c:v>
                </c:pt>
                <c:pt idx="147">
                  <c:v>41.9994</c:v>
                </c:pt>
                <c:pt idx="148">
                  <c:v>41.9965</c:v>
                </c:pt>
                <c:pt idx="149">
                  <c:v>41.9953</c:v>
                </c:pt>
                <c:pt idx="150">
                  <c:v>41.9935</c:v>
                </c:pt>
                <c:pt idx="151">
                  <c:v>41.9923</c:v>
                </c:pt>
                <c:pt idx="152">
                  <c:v>41.991</c:v>
                </c:pt>
                <c:pt idx="153">
                  <c:v>41.96</c:v>
                </c:pt>
                <c:pt idx="154">
                  <c:v>41.9566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Sheet1!$B$320</c:f>
              <c:strCache>
                <c:ptCount val="1"/>
                <c:pt idx="0">
                  <c:v>block 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5B3A9B"/>
              </a:solidFill>
              <a:ln>
                <a:noFill/>
              </a:ln>
            </c:spPr>
          </c:marker>
          <c:xVal>
            <c:numRef>
              <c:f>Sheet1!$A$321:$A$553</c:f>
              <c:numCache>
                <c:formatCode>General</c:formatCode>
                <c:ptCount val="233"/>
                <c:pt idx="0">
                  <c:v>-93.7768</c:v>
                </c:pt>
                <c:pt idx="1">
                  <c:v>-93.7768</c:v>
                </c:pt>
                <c:pt idx="2">
                  <c:v>-93.7768</c:v>
                </c:pt>
                <c:pt idx="3">
                  <c:v>-93.7767</c:v>
                </c:pt>
                <c:pt idx="4">
                  <c:v>-93.7767</c:v>
                </c:pt>
                <c:pt idx="5">
                  <c:v>-93.7867</c:v>
                </c:pt>
                <c:pt idx="6">
                  <c:v>-93.7882</c:v>
                </c:pt>
                <c:pt idx="7">
                  <c:v>-93.7896</c:v>
                </c:pt>
                <c:pt idx="8">
                  <c:v>-93.7918</c:v>
                </c:pt>
                <c:pt idx="9">
                  <c:v>-93.7933</c:v>
                </c:pt>
                <c:pt idx="10">
                  <c:v>-93.7948</c:v>
                </c:pt>
                <c:pt idx="11">
                  <c:v>-93.7962</c:v>
                </c:pt>
                <c:pt idx="12">
                  <c:v>-93.7985</c:v>
                </c:pt>
                <c:pt idx="13">
                  <c:v>-93.8002</c:v>
                </c:pt>
                <c:pt idx="14">
                  <c:v>-93.8061</c:v>
                </c:pt>
                <c:pt idx="15">
                  <c:v>-93.8078</c:v>
                </c:pt>
                <c:pt idx="16">
                  <c:v>-93.8093</c:v>
                </c:pt>
                <c:pt idx="17">
                  <c:v>-93.8109</c:v>
                </c:pt>
                <c:pt idx="18">
                  <c:v>-93.8135</c:v>
                </c:pt>
                <c:pt idx="19">
                  <c:v>-93.8149</c:v>
                </c:pt>
                <c:pt idx="20">
                  <c:v>-93.8166</c:v>
                </c:pt>
                <c:pt idx="21">
                  <c:v>-93.8167</c:v>
                </c:pt>
                <c:pt idx="22">
                  <c:v>-93.8176</c:v>
                </c:pt>
                <c:pt idx="23">
                  <c:v>-93.8154</c:v>
                </c:pt>
                <c:pt idx="24">
                  <c:v>-93.8154</c:v>
                </c:pt>
                <c:pt idx="25">
                  <c:v>-93.8154</c:v>
                </c:pt>
                <c:pt idx="26">
                  <c:v>-93.8154</c:v>
                </c:pt>
                <c:pt idx="27">
                  <c:v>-93.8154</c:v>
                </c:pt>
                <c:pt idx="28">
                  <c:v>-93.8154</c:v>
                </c:pt>
                <c:pt idx="29">
                  <c:v>-93.8154</c:v>
                </c:pt>
                <c:pt idx="30">
                  <c:v>-93.8154</c:v>
                </c:pt>
                <c:pt idx="31">
                  <c:v>-93.8154</c:v>
                </c:pt>
                <c:pt idx="32">
                  <c:v>-93.8154</c:v>
                </c:pt>
                <c:pt idx="33">
                  <c:v>-93.8167</c:v>
                </c:pt>
                <c:pt idx="34">
                  <c:v>-93.8184</c:v>
                </c:pt>
                <c:pt idx="35">
                  <c:v>-93.82</c:v>
                </c:pt>
                <c:pt idx="36">
                  <c:v>-93.8244</c:v>
                </c:pt>
                <c:pt idx="37">
                  <c:v>-93.8262</c:v>
                </c:pt>
                <c:pt idx="38">
                  <c:v>-93.8275</c:v>
                </c:pt>
                <c:pt idx="39">
                  <c:v>-93.829</c:v>
                </c:pt>
                <c:pt idx="40">
                  <c:v>-93.8315</c:v>
                </c:pt>
                <c:pt idx="41">
                  <c:v>-93.8331</c:v>
                </c:pt>
                <c:pt idx="42">
                  <c:v>-93.8347</c:v>
                </c:pt>
                <c:pt idx="43">
                  <c:v>-93.8371</c:v>
                </c:pt>
                <c:pt idx="44">
                  <c:v>-93.8405</c:v>
                </c:pt>
                <c:pt idx="45">
                  <c:v>-93.8455</c:v>
                </c:pt>
                <c:pt idx="46">
                  <c:v>-93.8481</c:v>
                </c:pt>
                <c:pt idx="47">
                  <c:v>-93.8498</c:v>
                </c:pt>
                <c:pt idx="48">
                  <c:v>-93.8522</c:v>
                </c:pt>
                <c:pt idx="49">
                  <c:v>-93.8584</c:v>
                </c:pt>
                <c:pt idx="50">
                  <c:v>-93.8345</c:v>
                </c:pt>
                <c:pt idx="51">
                  <c:v>-93.8156</c:v>
                </c:pt>
                <c:pt idx="52">
                  <c:v>-93.815</c:v>
                </c:pt>
                <c:pt idx="53">
                  <c:v>-93.8157</c:v>
                </c:pt>
                <c:pt idx="54">
                  <c:v>-93.817</c:v>
                </c:pt>
                <c:pt idx="55">
                  <c:v>-93.8227</c:v>
                </c:pt>
                <c:pt idx="56">
                  <c:v>-93.8255</c:v>
                </c:pt>
                <c:pt idx="57">
                  <c:v>-93.8271</c:v>
                </c:pt>
                <c:pt idx="58">
                  <c:v>-93.8287</c:v>
                </c:pt>
                <c:pt idx="59">
                  <c:v>-93.8316</c:v>
                </c:pt>
                <c:pt idx="60">
                  <c:v>-93.8334</c:v>
                </c:pt>
                <c:pt idx="61">
                  <c:v>-93.8349</c:v>
                </c:pt>
                <c:pt idx="62">
                  <c:v>-93.8368</c:v>
                </c:pt>
                <c:pt idx="63">
                  <c:v>-93.8395</c:v>
                </c:pt>
                <c:pt idx="64">
                  <c:v>-93.841</c:v>
                </c:pt>
                <c:pt idx="65">
                  <c:v>-93.8417</c:v>
                </c:pt>
                <c:pt idx="66">
                  <c:v>-93.8454</c:v>
                </c:pt>
                <c:pt idx="67">
                  <c:v>-93.8472</c:v>
                </c:pt>
                <c:pt idx="68">
                  <c:v>-93.8489</c:v>
                </c:pt>
                <c:pt idx="69">
                  <c:v>-93.8506</c:v>
                </c:pt>
                <c:pt idx="70">
                  <c:v>-93.8529</c:v>
                </c:pt>
                <c:pt idx="71">
                  <c:v>-93.8545</c:v>
                </c:pt>
                <c:pt idx="72">
                  <c:v>-93.8581</c:v>
                </c:pt>
                <c:pt idx="73">
                  <c:v>-93.861</c:v>
                </c:pt>
                <c:pt idx="74">
                  <c:v>-93.867</c:v>
                </c:pt>
                <c:pt idx="75">
                  <c:v>-93.874</c:v>
                </c:pt>
                <c:pt idx="76">
                  <c:v>-93.774</c:v>
                </c:pt>
                <c:pt idx="77">
                  <c:v>-93.7751</c:v>
                </c:pt>
                <c:pt idx="78">
                  <c:v>-93.7768</c:v>
                </c:pt>
                <c:pt idx="79">
                  <c:v>-93.7767</c:v>
                </c:pt>
                <c:pt idx="80">
                  <c:v>-93.7892</c:v>
                </c:pt>
                <c:pt idx="81">
                  <c:v>-93.7934</c:v>
                </c:pt>
                <c:pt idx="82">
                  <c:v>-93.7961</c:v>
                </c:pt>
                <c:pt idx="83">
                  <c:v>-93.7961</c:v>
                </c:pt>
                <c:pt idx="84">
                  <c:v>-93.7962</c:v>
                </c:pt>
                <c:pt idx="85">
                  <c:v>-93.7962</c:v>
                </c:pt>
                <c:pt idx="86">
                  <c:v>-93.7962</c:v>
                </c:pt>
                <c:pt idx="87">
                  <c:v>-93.7963</c:v>
                </c:pt>
                <c:pt idx="88">
                  <c:v>-93.7963</c:v>
                </c:pt>
                <c:pt idx="89">
                  <c:v>-93.7963</c:v>
                </c:pt>
                <c:pt idx="90">
                  <c:v>-93.7964</c:v>
                </c:pt>
                <c:pt idx="91">
                  <c:v>-93.7964</c:v>
                </c:pt>
                <c:pt idx="92">
                  <c:v>-93.7964</c:v>
                </c:pt>
                <c:pt idx="93">
                  <c:v>-93.798</c:v>
                </c:pt>
                <c:pt idx="94">
                  <c:v>-93.8009</c:v>
                </c:pt>
                <c:pt idx="95">
                  <c:v>-93.8031</c:v>
                </c:pt>
                <c:pt idx="96">
                  <c:v>-93.8052</c:v>
                </c:pt>
                <c:pt idx="97">
                  <c:v>-93.8072</c:v>
                </c:pt>
                <c:pt idx="98">
                  <c:v>-93.7756</c:v>
                </c:pt>
                <c:pt idx="99">
                  <c:v>-93.7768</c:v>
                </c:pt>
                <c:pt idx="100">
                  <c:v>-93.7767</c:v>
                </c:pt>
                <c:pt idx="101">
                  <c:v>-93.79</c:v>
                </c:pt>
                <c:pt idx="102">
                  <c:v>-93.7941</c:v>
                </c:pt>
                <c:pt idx="103">
                  <c:v>-93.7961</c:v>
                </c:pt>
                <c:pt idx="104">
                  <c:v>-93.7961</c:v>
                </c:pt>
                <c:pt idx="105">
                  <c:v>-93.7962</c:v>
                </c:pt>
                <c:pt idx="106">
                  <c:v>-93.7962</c:v>
                </c:pt>
                <c:pt idx="107">
                  <c:v>-93.7963</c:v>
                </c:pt>
                <c:pt idx="108">
                  <c:v>-93.7964</c:v>
                </c:pt>
                <c:pt idx="109">
                  <c:v>-93.7969</c:v>
                </c:pt>
                <c:pt idx="110">
                  <c:v>-93.7992</c:v>
                </c:pt>
                <c:pt idx="111">
                  <c:v>-93.8019</c:v>
                </c:pt>
                <c:pt idx="112">
                  <c:v>-93.806</c:v>
                </c:pt>
                <c:pt idx="113">
                  <c:v>-93.8154</c:v>
                </c:pt>
                <c:pt idx="114">
                  <c:v>-93.8154</c:v>
                </c:pt>
                <c:pt idx="115">
                  <c:v>-93.8154</c:v>
                </c:pt>
                <c:pt idx="116">
                  <c:v>-93.8154</c:v>
                </c:pt>
                <c:pt idx="117">
                  <c:v>-93.8154</c:v>
                </c:pt>
                <c:pt idx="118">
                  <c:v>-93.8154</c:v>
                </c:pt>
                <c:pt idx="119">
                  <c:v>-93.8155</c:v>
                </c:pt>
                <c:pt idx="120">
                  <c:v>-93.8155</c:v>
                </c:pt>
                <c:pt idx="121">
                  <c:v>-93.8301</c:v>
                </c:pt>
                <c:pt idx="122">
                  <c:v>-93.8323</c:v>
                </c:pt>
                <c:pt idx="123">
                  <c:v>-93.8342</c:v>
                </c:pt>
                <c:pt idx="124">
                  <c:v>-93.8469</c:v>
                </c:pt>
                <c:pt idx="125">
                  <c:v>-93.8483</c:v>
                </c:pt>
                <c:pt idx="126">
                  <c:v>-93.8484</c:v>
                </c:pt>
                <c:pt idx="127">
                  <c:v>-93.8596</c:v>
                </c:pt>
                <c:pt idx="128">
                  <c:v>-93.8644</c:v>
                </c:pt>
                <c:pt idx="129">
                  <c:v>-93.8475</c:v>
                </c:pt>
                <c:pt idx="130">
                  <c:v>-93.8457</c:v>
                </c:pt>
                <c:pt idx="131">
                  <c:v>-93.8351</c:v>
                </c:pt>
                <c:pt idx="132">
                  <c:v>-93.8351</c:v>
                </c:pt>
                <c:pt idx="133">
                  <c:v>-93.8351</c:v>
                </c:pt>
                <c:pt idx="134">
                  <c:v>-93.8351</c:v>
                </c:pt>
                <c:pt idx="135">
                  <c:v>-93.8351</c:v>
                </c:pt>
                <c:pt idx="136">
                  <c:v>-93.7958</c:v>
                </c:pt>
                <c:pt idx="137">
                  <c:v>-93.7958</c:v>
                </c:pt>
                <c:pt idx="138">
                  <c:v>-93.7958</c:v>
                </c:pt>
                <c:pt idx="139">
                  <c:v>-93.7959</c:v>
                </c:pt>
                <c:pt idx="140">
                  <c:v>-93.7959</c:v>
                </c:pt>
                <c:pt idx="141">
                  <c:v>-93.796</c:v>
                </c:pt>
                <c:pt idx="142">
                  <c:v>-93.796</c:v>
                </c:pt>
                <c:pt idx="143">
                  <c:v>-93.7961</c:v>
                </c:pt>
                <c:pt idx="144">
                  <c:v>-93.7961</c:v>
                </c:pt>
                <c:pt idx="145">
                  <c:v>-93.7961</c:v>
                </c:pt>
                <c:pt idx="146">
                  <c:v>-93.7962</c:v>
                </c:pt>
                <c:pt idx="147">
                  <c:v>-93.7962</c:v>
                </c:pt>
                <c:pt idx="148">
                  <c:v>-93.7962</c:v>
                </c:pt>
                <c:pt idx="149">
                  <c:v>-93.7866</c:v>
                </c:pt>
                <c:pt idx="150">
                  <c:v>-93.7847</c:v>
                </c:pt>
                <c:pt idx="151">
                  <c:v>-93.774</c:v>
                </c:pt>
                <c:pt idx="152">
                  <c:v>-93.774</c:v>
                </c:pt>
                <c:pt idx="153">
                  <c:v>-93.774</c:v>
                </c:pt>
                <c:pt idx="154">
                  <c:v>-93.774</c:v>
                </c:pt>
                <c:pt idx="155">
                  <c:v>-93.774</c:v>
                </c:pt>
                <c:pt idx="156">
                  <c:v>-93.774</c:v>
                </c:pt>
                <c:pt idx="157">
                  <c:v>-93.7753</c:v>
                </c:pt>
                <c:pt idx="158">
                  <c:v>-93.7767</c:v>
                </c:pt>
                <c:pt idx="159">
                  <c:v>-93.7767</c:v>
                </c:pt>
                <c:pt idx="160">
                  <c:v>-93.8153</c:v>
                </c:pt>
                <c:pt idx="161">
                  <c:v>-93.8155</c:v>
                </c:pt>
                <c:pt idx="162">
                  <c:v>-93.8296</c:v>
                </c:pt>
                <c:pt idx="163">
                  <c:v>-93.8413</c:v>
                </c:pt>
                <c:pt idx="164">
                  <c:v>-93.8472</c:v>
                </c:pt>
                <c:pt idx="165">
                  <c:v>-93.8545</c:v>
                </c:pt>
                <c:pt idx="166">
                  <c:v>-93.8545</c:v>
                </c:pt>
                <c:pt idx="167">
                  <c:v>-93.8545</c:v>
                </c:pt>
                <c:pt idx="168">
                  <c:v>-93.8545</c:v>
                </c:pt>
                <c:pt idx="169">
                  <c:v>-93.8545</c:v>
                </c:pt>
                <c:pt idx="170">
                  <c:v>-93.8545</c:v>
                </c:pt>
                <c:pt idx="171">
                  <c:v>-93.8545</c:v>
                </c:pt>
                <c:pt idx="172">
                  <c:v>-93.8545</c:v>
                </c:pt>
                <c:pt idx="173">
                  <c:v>-93.8545</c:v>
                </c:pt>
                <c:pt idx="174">
                  <c:v>-93.8544</c:v>
                </c:pt>
                <c:pt idx="175">
                  <c:v>-93.8544</c:v>
                </c:pt>
                <c:pt idx="176">
                  <c:v>-93.8536</c:v>
                </c:pt>
                <c:pt idx="177">
                  <c:v>-93.8535</c:v>
                </c:pt>
                <c:pt idx="178">
                  <c:v>-93.8535</c:v>
                </c:pt>
                <c:pt idx="179">
                  <c:v>-93.8534</c:v>
                </c:pt>
                <c:pt idx="180">
                  <c:v>-93.8498</c:v>
                </c:pt>
                <c:pt idx="181">
                  <c:v>-93.8493</c:v>
                </c:pt>
                <c:pt idx="182">
                  <c:v>-93.8493</c:v>
                </c:pt>
                <c:pt idx="183">
                  <c:v>-93.8493</c:v>
                </c:pt>
                <c:pt idx="184">
                  <c:v>-93.8493</c:v>
                </c:pt>
                <c:pt idx="185">
                  <c:v>-93.8457</c:v>
                </c:pt>
                <c:pt idx="186">
                  <c:v>-93.8421</c:v>
                </c:pt>
                <c:pt idx="187">
                  <c:v>-93.8404</c:v>
                </c:pt>
                <c:pt idx="188">
                  <c:v>-93.8404</c:v>
                </c:pt>
                <c:pt idx="189">
                  <c:v>-93.8405</c:v>
                </c:pt>
                <c:pt idx="190">
                  <c:v>-93.8404</c:v>
                </c:pt>
                <c:pt idx="191">
                  <c:v>-93.841</c:v>
                </c:pt>
                <c:pt idx="192">
                  <c:v>-93.8431</c:v>
                </c:pt>
                <c:pt idx="193">
                  <c:v>-93.8463</c:v>
                </c:pt>
                <c:pt idx="194">
                  <c:v>-93.8493</c:v>
                </c:pt>
                <c:pt idx="195">
                  <c:v>-93.8493</c:v>
                </c:pt>
                <c:pt idx="196">
                  <c:v>-93.8507</c:v>
                </c:pt>
                <c:pt idx="197">
                  <c:v>-93.8517</c:v>
                </c:pt>
                <c:pt idx="198">
                  <c:v>-93.8525</c:v>
                </c:pt>
                <c:pt idx="199">
                  <c:v>-93.8524</c:v>
                </c:pt>
                <c:pt idx="200">
                  <c:v>-93.7741</c:v>
                </c:pt>
                <c:pt idx="201">
                  <c:v>-93.7757</c:v>
                </c:pt>
                <c:pt idx="202">
                  <c:v>-93.7768</c:v>
                </c:pt>
                <c:pt idx="203">
                  <c:v>-93.7767</c:v>
                </c:pt>
                <c:pt idx="204">
                  <c:v>-93.7897</c:v>
                </c:pt>
                <c:pt idx="205">
                  <c:v>-93.7927</c:v>
                </c:pt>
                <c:pt idx="206">
                  <c:v>-93.7958</c:v>
                </c:pt>
                <c:pt idx="207">
                  <c:v>-93.7983</c:v>
                </c:pt>
                <c:pt idx="208">
                  <c:v>-93.8096</c:v>
                </c:pt>
                <c:pt idx="209">
                  <c:v>-93.8123</c:v>
                </c:pt>
                <c:pt idx="210">
                  <c:v>-93.8149</c:v>
                </c:pt>
                <c:pt idx="211">
                  <c:v>-93.8163</c:v>
                </c:pt>
                <c:pt idx="212">
                  <c:v>-93.8178</c:v>
                </c:pt>
                <c:pt idx="213">
                  <c:v>-93.8208</c:v>
                </c:pt>
                <c:pt idx="214">
                  <c:v>-93.8307</c:v>
                </c:pt>
                <c:pt idx="215">
                  <c:v>-93.8324</c:v>
                </c:pt>
                <c:pt idx="216">
                  <c:v>-93.8373</c:v>
                </c:pt>
                <c:pt idx="217">
                  <c:v>-93.8463</c:v>
                </c:pt>
                <c:pt idx="218">
                  <c:v>-93.8481</c:v>
                </c:pt>
                <c:pt idx="219">
                  <c:v>-93.851</c:v>
                </c:pt>
                <c:pt idx="220">
                  <c:v>-93.8524</c:v>
                </c:pt>
                <c:pt idx="221">
                  <c:v>-93.8106</c:v>
                </c:pt>
                <c:pt idx="222">
                  <c:v>-93.7869</c:v>
                </c:pt>
                <c:pt idx="223">
                  <c:v>-93.7835</c:v>
                </c:pt>
                <c:pt idx="224">
                  <c:v>-93.774</c:v>
                </c:pt>
                <c:pt idx="225">
                  <c:v>-93.774</c:v>
                </c:pt>
                <c:pt idx="226">
                  <c:v>-93.774</c:v>
                </c:pt>
                <c:pt idx="227">
                  <c:v>-93.774</c:v>
                </c:pt>
                <c:pt idx="228">
                  <c:v>-93.774</c:v>
                </c:pt>
                <c:pt idx="229">
                  <c:v>-93.7741</c:v>
                </c:pt>
                <c:pt idx="230">
                  <c:v>-93.7748</c:v>
                </c:pt>
                <c:pt idx="231">
                  <c:v>-93.7768</c:v>
                </c:pt>
                <c:pt idx="232">
                  <c:v>-93.7768</c:v>
                </c:pt>
              </c:numCache>
            </c:numRef>
          </c:xVal>
          <c:yVal>
            <c:numRef>
              <c:f>Sheet1!$B$321:$B$553</c:f>
              <c:numCache>
                <c:formatCode>General</c:formatCode>
                <c:ptCount val="233"/>
                <c:pt idx="0">
                  <c:v>42.0205</c:v>
                </c:pt>
                <c:pt idx="1">
                  <c:v>42.0196</c:v>
                </c:pt>
                <c:pt idx="2">
                  <c:v>42.0195</c:v>
                </c:pt>
                <c:pt idx="3">
                  <c:v>42.019</c:v>
                </c:pt>
                <c:pt idx="4">
                  <c:v>42.0183</c:v>
                </c:pt>
                <c:pt idx="5">
                  <c:v>42.0087</c:v>
                </c:pt>
                <c:pt idx="6">
                  <c:v>42.0087</c:v>
                </c:pt>
                <c:pt idx="7">
                  <c:v>42.0087</c:v>
                </c:pt>
                <c:pt idx="8">
                  <c:v>42.0086</c:v>
                </c:pt>
                <c:pt idx="9">
                  <c:v>42.0086</c:v>
                </c:pt>
                <c:pt idx="10">
                  <c:v>42.0086</c:v>
                </c:pt>
                <c:pt idx="11">
                  <c:v>42.0086</c:v>
                </c:pt>
                <c:pt idx="12">
                  <c:v>42.0085</c:v>
                </c:pt>
                <c:pt idx="13">
                  <c:v>42.0085</c:v>
                </c:pt>
                <c:pt idx="14">
                  <c:v>42.0085</c:v>
                </c:pt>
                <c:pt idx="15">
                  <c:v>42.0085</c:v>
                </c:pt>
                <c:pt idx="16">
                  <c:v>42.0085</c:v>
                </c:pt>
                <c:pt idx="17">
                  <c:v>42.0085</c:v>
                </c:pt>
                <c:pt idx="18">
                  <c:v>42.0085</c:v>
                </c:pt>
                <c:pt idx="19">
                  <c:v>42.0086</c:v>
                </c:pt>
                <c:pt idx="20">
                  <c:v>42.0085</c:v>
                </c:pt>
                <c:pt idx="21">
                  <c:v>42.0085</c:v>
                </c:pt>
                <c:pt idx="22">
                  <c:v>42.0085</c:v>
                </c:pt>
                <c:pt idx="23">
                  <c:v>42.0045</c:v>
                </c:pt>
                <c:pt idx="24">
                  <c:v>42.002</c:v>
                </c:pt>
                <c:pt idx="25">
                  <c:v>41.9999</c:v>
                </c:pt>
                <c:pt idx="26">
                  <c:v>41.9999</c:v>
                </c:pt>
                <c:pt idx="27">
                  <c:v>41.9999</c:v>
                </c:pt>
                <c:pt idx="28">
                  <c:v>41.9999</c:v>
                </c:pt>
                <c:pt idx="29">
                  <c:v>41.9999</c:v>
                </c:pt>
                <c:pt idx="30">
                  <c:v>41.9997</c:v>
                </c:pt>
                <c:pt idx="31">
                  <c:v>41.9982</c:v>
                </c:pt>
                <c:pt idx="32">
                  <c:v>41.9964</c:v>
                </c:pt>
                <c:pt idx="33">
                  <c:v>41.9942</c:v>
                </c:pt>
                <c:pt idx="34">
                  <c:v>41.9942</c:v>
                </c:pt>
                <c:pt idx="35">
                  <c:v>41.9942</c:v>
                </c:pt>
                <c:pt idx="36">
                  <c:v>41.9942</c:v>
                </c:pt>
                <c:pt idx="37">
                  <c:v>41.9943</c:v>
                </c:pt>
                <c:pt idx="38">
                  <c:v>41.9943</c:v>
                </c:pt>
                <c:pt idx="39">
                  <c:v>41.9943</c:v>
                </c:pt>
                <c:pt idx="40">
                  <c:v>41.9943</c:v>
                </c:pt>
                <c:pt idx="41">
                  <c:v>41.9943</c:v>
                </c:pt>
                <c:pt idx="42">
                  <c:v>41.9943</c:v>
                </c:pt>
                <c:pt idx="43">
                  <c:v>41.9943</c:v>
                </c:pt>
                <c:pt idx="44">
                  <c:v>41.9943</c:v>
                </c:pt>
                <c:pt idx="45">
                  <c:v>41.9942</c:v>
                </c:pt>
                <c:pt idx="46">
                  <c:v>41.9942</c:v>
                </c:pt>
                <c:pt idx="47">
                  <c:v>41.9942</c:v>
                </c:pt>
                <c:pt idx="48">
                  <c:v>41.9942</c:v>
                </c:pt>
                <c:pt idx="49">
                  <c:v>41.9941</c:v>
                </c:pt>
                <c:pt idx="50">
                  <c:v>41.9943</c:v>
                </c:pt>
                <c:pt idx="51">
                  <c:v>41.9941</c:v>
                </c:pt>
                <c:pt idx="52">
                  <c:v>41.9796</c:v>
                </c:pt>
                <c:pt idx="53">
                  <c:v>41.9796</c:v>
                </c:pt>
                <c:pt idx="54">
                  <c:v>41.9796</c:v>
                </c:pt>
                <c:pt idx="55">
                  <c:v>41.9796</c:v>
                </c:pt>
                <c:pt idx="56">
                  <c:v>41.9796</c:v>
                </c:pt>
                <c:pt idx="57">
                  <c:v>41.9796</c:v>
                </c:pt>
                <c:pt idx="58">
                  <c:v>41.9796</c:v>
                </c:pt>
                <c:pt idx="59">
                  <c:v>41.9796</c:v>
                </c:pt>
                <c:pt idx="60">
                  <c:v>41.9796</c:v>
                </c:pt>
                <c:pt idx="61">
                  <c:v>41.9795</c:v>
                </c:pt>
                <c:pt idx="62">
                  <c:v>41.9796</c:v>
                </c:pt>
                <c:pt idx="63">
                  <c:v>41.9796</c:v>
                </c:pt>
                <c:pt idx="64">
                  <c:v>41.9796</c:v>
                </c:pt>
                <c:pt idx="65">
                  <c:v>41.9796</c:v>
                </c:pt>
                <c:pt idx="66">
                  <c:v>41.9796</c:v>
                </c:pt>
                <c:pt idx="67">
                  <c:v>41.9796</c:v>
                </c:pt>
                <c:pt idx="68">
                  <c:v>41.9796</c:v>
                </c:pt>
                <c:pt idx="69">
                  <c:v>41.9797</c:v>
                </c:pt>
                <c:pt idx="70">
                  <c:v>41.9797</c:v>
                </c:pt>
                <c:pt idx="71">
                  <c:v>41.9796</c:v>
                </c:pt>
                <c:pt idx="72">
                  <c:v>41.9796</c:v>
                </c:pt>
                <c:pt idx="73">
                  <c:v>41.9796</c:v>
                </c:pt>
                <c:pt idx="74">
                  <c:v>41.9795</c:v>
                </c:pt>
                <c:pt idx="75">
                  <c:v>41.9809</c:v>
                </c:pt>
                <c:pt idx="76">
                  <c:v>42.021</c:v>
                </c:pt>
                <c:pt idx="77">
                  <c:v>42.0206</c:v>
                </c:pt>
                <c:pt idx="78">
                  <c:v>42.0204</c:v>
                </c:pt>
                <c:pt idx="79">
                  <c:v>42.0186</c:v>
                </c:pt>
                <c:pt idx="80">
                  <c:v>42.0086</c:v>
                </c:pt>
                <c:pt idx="81">
                  <c:v>42.0086</c:v>
                </c:pt>
                <c:pt idx="82">
                  <c:v>42.0092</c:v>
                </c:pt>
                <c:pt idx="83">
                  <c:v>42.0104</c:v>
                </c:pt>
                <c:pt idx="84">
                  <c:v>42.0115</c:v>
                </c:pt>
                <c:pt idx="85">
                  <c:v>42.0127</c:v>
                </c:pt>
                <c:pt idx="86">
                  <c:v>42.0155</c:v>
                </c:pt>
                <c:pt idx="87">
                  <c:v>42.0167</c:v>
                </c:pt>
                <c:pt idx="88">
                  <c:v>42.018</c:v>
                </c:pt>
                <c:pt idx="89">
                  <c:v>42.0199</c:v>
                </c:pt>
                <c:pt idx="90">
                  <c:v>42.0214</c:v>
                </c:pt>
                <c:pt idx="91">
                  <c:v>42.0227</c:v>
                </c:pt>
                <c:pt idx="92">
                  <c:v>42.023</c:v>
                </c:pt>
                <c:pt idx="93">
                  <c:v>42.0231</c:v>
                </c:pt>
                <c:pt idx="94">
                  <c:v>42.0231</c:v>
                </c:pt>
                <c:pt idx="95">
                  <c:v>42.0231</c:v>
                </c:pt>
                <c:pt idx="96">
                  <c:v>42.0231</c:v>
                </c:pt>
                <c:pt idx="97">
                  <c:v>42.0231</c:v>
                </c:pt>
                <c:pt idx="98">
                  <c:v>42.0206</c:v>
                </c:pt>
                <c:pt idx="99">
                  <c:v>42.0203</c:v>
                </c:pt>
                <c:pt idx="100">
                  <c:v>42.0179</c:v>
                </c:pt>
                <c:pt idx="101">
                  <c:v>42.0087</c:v>
                </c:pt>
                <c:pt idx="102">
                  <c:v>42.0086</c:v>
                </c:pt>
                <c:pt idx="103">
                  <c:v>42.0087</c:v>
                </c:pt>
                <c:pt idx="104">
                  <c:v>42.0103</c:v>
                </c:pt>
                <c:pt idx="105">
                  <c:v>42.0133</c:v>
                </c:pt>
                <c:pt idx="106">
                  <c:v>42.0155</c:v>
                </c:pt>
                <c:pt idx="107">
                  <c:v>42.0177</c:v>
                </c:pt>
                <c:pt idx="108">
                  <c:v>42.0227</c:v>
                </c:pt>
                <c:pt idx="109">
                  <c:v>42.0231</c:v>
                </c:pt>
                <c:pt idx="110">
                  <c:v>42.0231</c:v>
                </c:pt>
                <c:pt idx="111">
                  <c:v>42.0231</c:v>
                </c:pt>
                <c:pt idx="112">
                  <c:v>42.0231</c:v>
                </c:pt>
                <c:pt idx="113">
                  <c:v>42.002</c:v>
                </c:pt>
                <c:pt idx="114">
                  <c:v>42.0016</c:v>
                </c:pt>
                <c:pt idx="115">
                  <c:v>41.9999</c:v>
                </c:pt>
                <c:pt idx="116">
                  <c:v>41.9979</c:v>
                </c:pt>
                <c:pt idx="117">
                  <c:v>41.9957</c:v>
                </c:pt>
                <c:pt idx="118">
                  <c:v>41.9894</c:v>
                </c:pt>
                <c:pt idx="119">
                  <c:v>41.9871</c:v>
                </c:pt>
                <c:pt idx="120">
                  <c:v>41.9841</c:v>
                </c:pt>
                <c:pt idx="121">
                  <c:v>41.9651</c:v>
                </c:pt>
                <c:pt idx="122">
                  <c:v>41.9651</c:v>
                </c:pt>
                <c:pt idx="123">
                  <c:v>41.9651</c:v>
                </c:pt>
                <c:pt idx="124">
                  <c:v>41.9652</c:v>
                </c:pt>
                <c:pt idx="125">
                  <c:v>41.9652</c:v>
                </c:pt>
                <c:pt idx="126">
                  <c:v>41.9652</c:v>
                </c:pt>
                <c:pt idx="127">
                  <c:v>41.9652</c:v>
                </c:pt>
                <c:pt idx="128">
                  <c:v>41.9651</c:v>
                </c:pt>
                <c:pt idx="129">
                  <c:v>41.9507</c:v>
                </c:pt>
                <c:pt idx="130">
                  <c:v>41.9503</c:v>
                </c:pt>
                <c:pt idx="131">
                  <c:v>41.9619</c:v>
                </c:pt>
                <c:pt idx="132">
                  <c:v>41.9636</c:v>
                </c:pt>
                <c:pt idx="133">
                  <c:v>41.9618</c:v>
                </c:pt>
                <c:pt idx="134">
                  <c:v>41.9606</c:v>
                </c:pt>
                <c:pt idx="135">
                  <c:v>41.9592</c:v>
                </c:pt>
                <c:pt idx="136">
                  <c:v>41.9985</c:v>
                </c:pt>
                <c:pt idx="137">
                  <c:v>41.9998</c:v>
                </c:pt>
                <c:pt idx="138">
                  <c:v>42.0012</c:v>
                </c:pt>
                <c:pt idx="139">
                  <c:v>42.0032</c:v>
                </c:pt>
                <c:pt idx="140">
                  <c:v>42.0048</c:v>
                </c:pt>
                <c:pt idx="141">
                  <c:v>42.006</c:v>
                </c:pt>
                <c:pt idx="142">
                  <c:v>42.0083</c:v>
                </c:pt>
                <c:pt idx="143">
                  <c:v>42.0094</c:v>
                </c:pt>
                <c:pt idx="144">
                  <c:v>42.0106</c:v>
                </c:pt>
                <c:pt idx="145">
                  <c:v>42.012</c:v>
                </c:pt>
                <c:pt idx="146">
                  <c:v>42.0139</c:v>
                </c:pt>
                <c:pt idx="147">
                  <c:v>42.015</c:v>
                </c:pt>
                <c:pt idx="148">
                  <c:v>42.0162</c:v>
                </c:pt>
                <c:pt idx="149">
                  <c:v>42.0236</c:v>
                </c:pt>
                <c:pt idx="150">
                  <c:v>42.0233</c:v>
                </c:pt>
                <c:pt idx="151">
                  <c:v>42.0211</c:v>
                </c:pt>
                <c:pt idx="152">
                  <c:v>42.0211</c:v>
                </c:pt>
                <c:pt idx="153">
                  <c:v>42.0211</c:v>
                </c:pt>
                <c:pt idx="154">
                  <c:v>42.0211</c:v>
                </c:pt>
                <c:pt idx="155">
                  <c:v>42.0211</c:v>
                </c:pt>
                <c:pt idx="156">
                  <c:v>42.0209</c:v>
                </c:pt>
                <c:pt idx="157">
                  <c:v>42.0206</c:v>
                </c:pt>
                <c:pt idx="158">
                  <c:v>42.0206</c:v>
                </c:pt>
                <c:pt idx="159">
                  <c:v>42.0181</c:v>
                </c:pt>
                <c:pt idx="160">
                  <c:v>41.9796</c:v>
                </c:pt>
                <c:pt idx="161">
                  <c:v>41.9795</c:v>
                </c:pt>
                <c:pt idx="162">
                  <c:v>41.9651</c:v>
                </c:pt>
                <c:pt idx="163">
                  <c:v>41.9652</c:v>
                </c:pt>
                <c:pt idx="164">
                  <c:v>41.9652</c:v>
                </c:pt>
                <c:pt idx="165">
                  <c:v>41.9689</c:v>
                </c:pt>
                <c:pt idx="166">
                  <c:v>41.9705</c:v>
                </c:pt>
                <c:pt idx="167">
                  <c:v>41.9717</c:v>
                </c:pt>
                <c:pt idx="168">
                  <c:v>41.9729</c:v>
                </c:pt>
                <c:pt idx="169">
                  <c:v>41.9744</c:v>
                </c:pt>
                <c:pt idx="170">
                  <c:v>41.9777</c:v>
                </c:pt>
                <c:pt idx="171">
                  <c:v>41.9791</c:v>
                </c:pt>
                <c:pt idx="172">
                  <c:v>41.9798</c:v>
                </c:pt>
                <c:pt idx="173">
                  <c:v>41.9814</c:v>
                </c:pt>
                <c:pt idx="174">
                  <c:v>41.9841</c:v>
                </c:pt>
                <c:pt idx="175">
                  <c:v>41.9855</c:v>
                </c:pt>
                <c:pt idx="176">
                  <c:v>41.9952</c:v>
                </c:pt>
                <c:pt idx="177">
                  <c:v>41.9964</c:v>
                </c:pt>
                <c:pt idx="178">
                  <c:v>41.9974</c:v>
                </c:pt>
                <c:pt idx="179">
                  <c:v>41.9988</c:v>
                </c:pt>
                <c:pt idx="180">
                  <c:v>41.9982</c:v>
                </c:pt>
                <c:pt idx="181">
                  <c:v>41.9944</c:v>
                </c:pt>
                <c:pt idx="182">
                  <c:v>41.9939</c:v>
                </c:pt>
                <c:pt idx="183">
                  <c:v>41.9924</c:v>
                </c:pt>
                <c:pt idx="184">
                  <c:v>41.9909</c:v>
                </c:pt>
                <c:pt idx="185">
                  <c:v>41.986</c:v>
                </c:pt>
                <c:pt idx="186">
                  <c:v>41.9818</c:v>
                </c:pt>
                <c:pt idx="187">
                  <c:v>41.9702</c:v>
                </c:pt>
                <c:pt idx="188">
                  <c:v>41.968</c:v>
                </c:pt>
                <c:pt idx="189">
                  <c:v>41.9665</c:v>
                </c:pt>
                <c:pt idx="190">
                  <c:v>41.9706</c:v>
                </c:pt>
                <c:pt idx="191">
                  <c:v>41.9782</c:v>
                </c:pt>
                <c:pt idx="192">
                  <c:v>41.9833</c:v>
                </c:pt>
                <c:pt idx="193">
                  <c:v>41.9866</c:v>
                </c:pt>
                <c:pt idx="194">
                  <c:v>41.994</c:v>
                </c:pt>
                <c:pt idx="195">
                  <c:v>41.9951</c:v>
                </c:pt>
                <c:pt idx="196">
                  <c:v>42.0022</c:v>
                </c:pt>
                <c:pt idx="197">
                  <c:v>42.0131</c:v>
                </c:pt>
                <c:pt idx="198">
                  <c:v>42.0183</c:v>
                </c:pt>
                <c:pt idx="199">
                  <c:v>42.021</c:v>
                </c:pt>
                <c:pt idx="200">
                  <c:v>42.0206</c:v>
                </c:pt>
                <c:pt idx="201">
                  <c:v>42.0206</c:v>
                </c:pt>
                <c:pt idx="202">
                  <c:v>42.0204</c:v>
                </c:pt>
                <c:pt idx="203">
                  <c:v>42.0187</c:v>
                </c:pt>
                <c:pt idx="204">
                  <c:v>42.0087</c:v>
                </c:pt>
                <c:pt idx="205">
                  <c:v>42.0086</c:v>
                </c:pt>
                <c:pt idx="206">
                  <c:v>42.0086</c:v>
                </c:pt>
                <c:pt idx="207">
                  <c:v>42.0086</c:v>
                </c:pt>
                <c:pt idx="208">
                  <c:v>42.0086</c:v>
                </c:pt>
                <c:pt idx="209">
                  <c:v>42.0086</c:v>
                </c:pt>
                <c:pt idx="210">
                  <c:v>42.0086</c:v>
                </c:pt>
                <c:pt idx="211">
                  <c:v>42.0085</c:v>
                </c:pt>
                <c:pt idx="212">
                  <c:v>42.0085</c:v>
                </c:pt>
                <c:pt idx="213">
                  <c:v>42.0085</c:v>
                </c:pt>
                <c:pt idx="214">
                  <c:v>42.0084</c:v>
                </c:pt>
                <c:pt idx="215">
                  <c:v>42.0084</c:v>
                </c:pt>
                <c:pt idx="216">
                  <c:v>42.0084</c:v>
                </c:pt>
                <c:pt idx="217">
                  <c:v>42.0085</c:v>
                </c:pt>
                <c:pt idx="218">
                  <c:v>42.0085</c:v>
                </c:pt>
                <c:pt idx="219">
                  <c:v>42.0085</c:v>
                </c:pt>
                <c:pt idx="220">
                  <c:v>42.0163</c:v>
                </c:pt>
                <c:pt idx="221">
                  <c:v>42.0231</c:v>
                </c:pt>
                <c:pt idx="222">
                  <c:v>42.0235</c:v>
                </c:pt>
                <c:pt idx="223">
                  <c:v>42.0232</c:v>
                </c:pt>
                <c:pt idx="224">
                  <c:v>42.0211</c:v>
                </c:pt>
                <c:pt idx="225">
                  <c:v>42.0211</c:v>
                </c:pt>
                <c:pt idx="226">
                  <c:v>42.0211</c:v>
                </c:pt>
                <c:pt idx="227">
                  <c:v>42.0211</c:v>
                </c:pt>
                <c:pt idx="228">
                  <c:v>42.0211</c:v>
                </c:pt>
                <c:pt idx="229">
                  <c:v>42.021</c:v>
                </c:pt>
                <c:pt idx="230">
                  <c:v>42.0206</c:v>
                </c:pt>
                <c:pt idx="231">
                  <c:v>42.0202</c:v>
                </c:pt>
                <c:pt idx="232">
                  <c:v>42.0181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Sheet1!$B$555</c:f>
              <c:strCache>
                <c:ptCount val="1"/>
                <c:pt idx="0">
                  <c:v>block 4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4"/>
            <c:spPr>
              <a:solidFill>
                <a:srgbClr val="8C1D40"/>
              </a:solidFill>
              <a:ln>
                <a:noFill/>
              </a:ln>
            </c:spPr>
          </c:marker>
          <c:xVal>
            <c:numRef>
              <c:f>Sheet1!$A$556:$A$646</c:f>
              <c:numCache>
                <c:formatCode>General</c:formatCode>
                <c:ptCount val="91"/>
                <c:pt idx="0">
                  <c:v>-93.7739</c:v>
                </c:pt>
                <c:pt idx="1">
                  <c:v>-93.7739</c:v>
                </c:pt>
                <c:pt idx="2">
                  <c:v>-93.7739</c:v>
                </c:pt>
                <c:pt idx="3">
                  <c:v>-93.774</c:v>
                </c:pt>
                <c:pt idx="4">
                  <c:v>-93.774</c:v>
                </c:pt>
                <c:pt idx="5">
                  <c:v>-93.774</c:v>
                </c:pt>
                <c:pt idx="6">
                  <c:v>-93.774</c:v>
                </c:pt>
                <c:pt idx="7">
                  <c:v>-93.774</c:v>
                </c:pt>
                <c:pt idx="8">
                  <c:v>-93.774</c:v>
                </c:pt>
                <c:pt idx="9">
                  <c:v>-93.774</c:v>
                </c:pt>
                <c:pt idx="10">
                  <c:v>-93.774</c:v>
                </c:pt>
                <c:pt idx="11">
                  <c:v>-93.774</c:v>
                </c:pt>
                <c:pt idx="12">
                  <c:v>-93.7741</c:v>
                </c:pt>
                <c:pt idx="13">
                  <c:v>-93.7793</c:v>
                </c:pt>
                <c:pt idx="14">
                  <c:v>-93.774</c:v>
                </c:pt>
                <c:pt idx="15">
                  <c:v>-93.774</c:v>
                </c:pt>
                <c:pt idx="16">
                  <c:v>-93.774</c:v>
                </c:pt>
                <c:pt idx="17">
                  <c:v>-93.774</c:v>
                </c:pt>
                <c:pt idx="18">
                  <c:v>-93.774</c:v>
                </c:pt>
                <c:pt idx="19">
                  <c:v>-93.774</c:v>
                </c:pt>
                <c:pt idx="20">
                  <c:v>-93.774</c:v>
                </c:pt>
                <c:pt idx="21">
                  <c:v>-93.774</c:v>
                </c:pt>
                <c:pt idx="22">
                  <c:v>-93.774</c:v>
                </c:pt>
                <c:pt idx="23">
                  <c:v>-93.774</c:v>
                </c:pt>
                <c:pt idx="24">
                  <c:v>-93.774</c:v>
                </c:pt>
                <c:pt idx="25">
                  <c:v>-93.774</c:v>
                </c:pt>
                <c:pt idx="26">
                  <c:v>-93.774</c:v>
                </c:pt>
                <c:pt idx="27">
                  <c:v>-93.774</c:v>
                </c:pt>
                <c:pt idx="28">
                  <c:v>-93.774</c:v>
                </c:pt>
                <c:pt idx="29">
                  <c:v>-93.774</c:v>
                </c:pt>
                <c:pt idx="30">
                  <c:v>-93.774</c:v>
                </c:pt>
                <c:pt idx="31">
                  <c:v>-93.774</c:v>
                </c:pt>
                <c:pt idx="32">
                  <c:v>-93.774</c:v>
                </c:pt>
                <c:pt idx="33">
                  <c:v>-93.774</c:v>
                </c:pt>
                <c:pt idx="34">
                  <c:v>-93.774</c:v>
                </c:pt>
                <c:pt idx="35">
                  <c:v>-93.774</c:v>
                </c:pt>
                <c:pt idx="36">
                  <c:v>-93.774</c:v>
                </c:pt>
                <c:pt idx="37">
                  <c:v>-93.774</c:v>
                </c:pt>
                <c:pt idx="38">
                  <c:v>-93.774</c:v>
                </c:pt>
                <c:pt idx="39">
                  <c:v>-93.774</c:v>
                </c:pt>
                <c:pt idx="40">
                  <c:v>-93.774</c:v>
                </c:pt>
                <c:pt idx="41">
                  <c:v>-93.774</c:v>
                </c:pt>
                <c:pt idx="42">
                  <c:v>-93.774</c:v>
                </c:pt>
                <c:pt idx="43">
                  <c:v>-93.774</c:v>
                </c:pt>
                <c:pt idx="44">
                  <c:v>-93.774</c:v>
                </c:pt>
                <c:pt idx="45">
                  <c:v>-93.774</c:v>
                </c:pt>
                <c:pt idx="46">
                  <c:v>-93.774</c:v>
                </c:pt>
                <c:pt idx="47">
                  <c:v>-93.774</c:v>
                </c:pt>
                <c:pt idx="48">
                  <c:v>-93.774</c:v>
                </c:pt>
                <c:pt idx="49">
                  <c:v>-93.774</c:v>
                </c:pt>
                <c:pt idx="50">
                  <c:v>-93.774</c:v>
                </c:pt>
                <c:pt idx="51">
                  <c:v>-93.774</c:v>
                </c:pt>
                <c:pt idx="52">
                  <c:v>-93.774</c:v>
                </c:pt>
                <c:pt idx="53">
                  <c:v>-93.774</c:v>
                </c:pt>
                <c:pt idx="54">
                  <c:v>-93.774</c:v>
                </c:pt>
                <c:pt idx="55">
                  <c:v>-93.774</c:v>
                </c:pt>
                <c:pt idx="56">
                  <c:v>-93.774</c:v>
                </c:pt>
                <c:pt idx="57">
                  <c:v>-93.774</c:v>
                </c:pt>
                <c:pt idx="58">
                  <c:v>-93.7955</c:v>
                </c:pt>
                <c:pt idx="59">
                  <c:v>-93.791</c:v>
                </c:pt>
                <c:pt idx="60">
                  <c:v>-93.7809</c:v>
                </c:pt>
                <c:pt idx="61">
                  <c:v>-93.7774</c:v>
                </c:pt>
                <c:pt idx="62">
                  <c:v>-93.7768</c:v>
                </c:pt>
                <c:pt idx="63">
                  <c:v>-93.7751</c:v>
                </c:pt>
                <c:pt idx="64">
                  <c:v>-93.774</c:v>
                </c:pt>
                <c:pt idx="65">
                  <c:v>-93.7741</c:v>
                </c:pt>
                <c:pt idx="66">
                  <c:v>-93.7741</c:v>
                </c:pt>
                <c:pt idx="67">
                  <c:v>-93.7741</c:v>
                </c:pt>
                <c:pt idx="68">
                  <c:v>-93.7741</c:v>
                </c:pt>
                <c:pt idx="69">
                  <c:v>-93.7741</c:v>
                </c:pt>
                <c:pt idx="70">
                  <c:v>-93.7741</c:v>
                </c:pt>
                <c:pt idx="71">
                  <c:v>-93.7741</c:v>
                </c:pt>
                <c:pt idx="72">
                  <c:v>-93.774</c:v>
                </c:pt>
                <c:pt idx="73">
                  <c:v>-93.7741</c:v>
                </c:pt>
                <c:pt idx="74">
                  <c:v>-93.7741</c:v>
                </c:pt>
                <c:pt idx="75">
                  <c:v>-93.774</c:v>
                </c:pt>
                <c:pt idx="76">
                  <c:v>-93.774</c:v>
                </c:pt>
                <c:pt idx="77">
                  <c:v>-93.774</c:v>
                </c:pt>
                <c:pt idx="78">
                  <c:v>-93.774</c:v>
                </c:pt>
                <c:pt idx="79">
                  <c:v>-93.774</c:v>
                </c:pt>
                <c:pt idx="80">
                  <c:v>-93.774</c:v>
                </c:pt>
                <c:pt idx="81">
                  <c:v>-93.774</c:v>
                </c:pt>
                <c:pt idx="82">
                  <c:v>-93.774</c:v>
                </c:pt>
                <c:pt idx="83">
                  <c:v>-93.774</c:v>
                </c:pt>
                <c:pt idx="84">
                  <c:v>-93.7794</c:v>
                </c:pt>
                <c:pt idx="85">
                  <c:v>-93.776</c:v>
                </c:pt>
                <c:pt idx="86">
                  <c:v>-93.774</c:v>
                </c:pt>
                <c:pt idx="87">
                  <c:v>-93.774</c:v>
                </c:pt>
                <c:pt idx="88">
                  <c:v>-93.774</c:v>
                </c:pt>
                <c:pt idx="89">
                  <c:v>-93.774</c:v>
                </c:pt>
                <c:pt idx="90">
                  <c:v>-93.774</c:v>
                </c:pt>
              </c:numCache>
            </c:numRef>
          </c:xVal>
          <c:yVal>
            <c:numRef>
              <c:f>Sheet1!$B$556:$B$646</c:f>
              <c:numCache>
                <c:formatCode>General</c:formatCode>
                <c:ptCount val="91"/>
                <c:pt idx="0">
                  <c:v>42.0212</c:v>
                </c:pt>
                <c:pt idx="1">
                  <c:v>42.0212</c:v>
                </c:pt>
                <c:pt idx="2">
                  <c:v>42.0213</c:v>
                </c:pt>
                <c:pt idx="3">
                  <c:v>42.0213</c:v>
                </c:pt>
                <c:pt idx="4">
                  <c:v>42.0212</c:v>
                </c:pt>
                <c:pt idx="5">
                  <c:v>42.0212</c:v>
                </c:pt>
                <c:pt idx="6">
                  <c:v>42.0212</c:v>
                </c:pt>
                <c:pt idx="7">
                  <c:v>42.0213</c:v>
                </c:pt>
                <c:pt idx="8">
                  <c:v>42.0213</c:v>
                </c:pt>
                <c:pt idx="9">
                  <c:v>42.0212</c:v>
                </c:pt>
                <c:pt idx="10">
                  <c:v>42.0212</c:v>
                </c:pt>
                <c:pt idx="11">
                  <c:v>42.0212</c:v>
                </c:pt>
                <c:pt idx="12">
                  <c:v>42.0212</c:v>
                </c:pt>
                <c:pt idx="13">
                  <c:v>42.0231</c:v>
                </c:pt>
                <c:pt idx="14">
                  <c:v>42.0211</c:v>
                </c:pt>
                <c:pt idx="15">
                  <c:v>42.0211</c:v>
                </c:pt>
                <c:pt idx="16">
                  <c:v>42.0211</c:v>
                </c:pt>
                <c:pt idx="17">
                  <c:v>42.0211</c:v>
                </c:pt>
                <c:pt idx="18">
                  <c:v>42.0211</c:v>
                </c:pt>
                <c:pt idx="19">
                  <c:v>42.0211</c:v>
                </c:pt>
                <c:pt idx="20">
                  <c:v>42.0211</c:v>
                </c:pt>
                <c:pt idx="21">
                  <c:v>42.0211</c:v>
                </c:pt>
                <c:pt idx="22">
                  <c:v>42.0211</c:v>
                </c:pt>
                <c:pt idx="23">
                  <c:v>42.0211</c:v>
                </c:pt>
                <c:pt idx="24">
                  <c:v>42.0211</c:v>
                </c:pt>
                <c:pt idx="25">
                  <c:v>42.0211</c:v>
                </c:pt>
                <c:pt idx="26">
                  <c:v>42.0211</c:v>
                </c:pt>
                <c:pt idx="27">
                  <c:v>42.0211</c:v>
                </c:pt>
                <c:pt idx="28">
                  <c:v>42.0211</c:v>
                </c:pt>
                <c:pt idx="29">
                  <c:v>42.0211</c:v>
                </c:pt>
                <c:pt idx="30">
                  <c:v>42.0211</c:v>
                </c:pt>
                <c:pt idx="31">
                  <c:v>42.0211</c:v>
                </c:pt>
                <c:pt idx="32">
                  <c:v>42.0211</c:v>
                </c:pt>
                <c:pt idx="33">
                  <c:v>42.0211</c:v>
                </c:pt>
                <c:pt idx="34">
                  <c:v>42.0211</c:v>
                </c:pt>
                <c:pt idx="35">
                  <c:v>42.0211</c:v>
                </c:pt>
                <c:pt idx="36">
                  <c:v>42.0211</c:v>
                </c:pt>
                <c:pt idx="37">
                  <c:v>42.0211</c:v>
                </c:pt>
                <c:pt idx="38">
                  <c:v>42.0211</c:v>
                </c:pt>
                <c:pt idx="39">
                  <c:v>42.0211</c:v>
                </c:pt>
                <c:pt idx="40">
                  <c:v>42.0211</c:v>
                </c:pt>
                <c:pt idx="41">
                  <c:v>42.0211</c:v>
                </c:pt>
                <c:pt idx="42">
                  <c:v>42.0211</c:v>
                </c:pt>
                <c:pt idx="43">
                  <c:v>42.0211</c:v>
                </c:pt>
                <c:pt idx="44">
                  <c:v>42.0211</c:v>
                </c:pt>
                <c:pt idx="45">
                  <c:v>42.0211</c:v>
                </c:pt>
                <c:pt idx="46">
                  <c:v>42.0211</c:v>
                </c:pt>
                <c:pt idx="47">
                  <c:v>42.0211</c:v>
                </c:pt>
                <c:pt idx="48">
                  <c:v>42.0211</c:v>
                </c:pt>
                <c:pt idx="49">
                  <c:v>42.0211</c:v>
                </c:pt>
                <c:pt idx="50">
                  <c:v>42.0211</c:v>
                </c:pt>
                <c:pt idx="51">
                  <c:v>42.0211</c:v>
                </c:pt>
                <c:pt idx="52">
                  <c:v>42.0211</c:v>
                </c:pt>
                <c:pt idx="53">
                  <c:v>42.0211</c:v>
                </c:pt>
                <c:pt idx="54">
                  <c:v>42.0211</c:v>
                </c:pt>
                <c:pt idx="55">
                  <c:v>42.0211</c:v>
                </c:pt>
                <c:pt idx="56">
                  <c:v>42.0211</c:v>
                </c:pt>
                <c:pt idx="57">
                  <c:v>42.0211</c:v>
                </c:pt>
                <c:pt idx="58">
                  <c:v>42.0303</c:v>
                </c:pt>
                <c:pt idx="59">
                  <c:v>42.026</c:v>
                </c:pt>
                <c:pt idx="60">
                  <c:v>42.0231</c:v>
                </c:pt>
                <c:pt idx="61">
                  <c:v>42.0232</c:v>
                </c:pt>
                <c:pt idx="62">
                  <c:v>42.0223</c:v>
                </c:pt>
                <c:pt idx="63">
                  <c:v>42.0218</c:v>
                </c:pt>
                <c:pt idx="64">
                  <c:v>42.0214</c:v>
                </c:pt>
                <c:pt idx="65">
                  <c:v>42.0214</c:v>
                </c:pt>
                <c:pt idx="66">
                  <c:v>42.0214</c:v>
                </c:pt>
                <c:pt idx="67">
                  <c:v>42.0214</c:v>
                </c:pt>
                <c:pt idx="68">
                  <c:v>42.0214</c:v>
                </c:pt>
                <c:pt idx="69">
                  <c:v>42.0214</c:v>
                </c:pt>
                <c:pt idx="70">
                  <c:v>42.0214</c:v>
                </c:pt>
                <c:pt idx="71">
                  <c:v>42.0214</c:v>
                </c:pt>
                <c:pt idx="72">
                  <c:v>42.0214</c:v>
                </c:pt>
                <c:pt idx="73">
                  <c:v>42.0214</c:v>
                </c:pt>
                <c:pt idx="74">
                  <c:v>42.0214</c:v>
                </c:pt>
                <c:pt idx="75">
                  <c:v>42.0214</c:v>
                </c:pt>
                <c:pt idx="76">
                  <c:v>42.0214</c:v>
                </c:pt>
                <c:pt idx="77">
                  <c:v>42.0214</c:v>
                </c:pt>
                <c:pt idx="78">
                  <c:v>42.0214</c:v>
                </c:pt>
                <c:pt idx="79">
                  <c:v>42.0214</c:v>
                </c:pt>
                <c:pt idx="80">
                  <c:v>42.0214</c:v>
                </c:pt>
                <c:pt idx="81">
                  <c:v>42.0214</c:v>
                </c:pt>
                <c:pt idx="82">
                  <c:v>42.0214</c:v>
                </c:pt>
                <c:pt idx="83">
                  <c:v>42.0214</c:v>
                </c:pt>
                <c:pt idx="84">
                  <c:v>42.0231</c:v>
                </c:pt>
                <c:pt idx="85">
                  <c:v>42.0232</c:v>
                </c:pt>
                <c:pt idx="86">
                  <c:v>42.0211</c:v>
                </c:pt>
                <c:pt idx="87">
                  <c:v>42.0211</c:v>
                </c:pt>
                <c:pt idx="88">
                  <c:v>42.0211</c:v>
                </c:pt>
                <c:pt idx="89">
                  <c:v>42.0211</c:v>
                </c:pt>
                <c:pt idx="90">
                  <c:v>42.0211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750">
                <a:solidFill>
                  <a:srgbClr val="65726B"/>
                </a:solidFill>
                <a:latin typeface="Consolas"/>
              </a:defRPr>
            </a:pPr>
          </a:p>
        </c:txPr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800">
          <a:solidFill>
            <a:srgbClr val="6572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 sample</c:v>
                </c:pt>
              </c:strCache>
            </c:strRef>
          </c:tx>
          <c:spPr>
            <a:solidFill>
              <a:srgbClr val="A8B2A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Ray tracing</c:v>
                </c:pt>
                <c:pt idx="2">
                  <c:v>Deep learning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7.35</c:v>
                </c:pt>
                <c:pt idx="1">
                  <c:v>7.61</c:v>
                </c:pt>
                <c:pt idx="2">
                  <c:v>7.26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KMeans blocks</c:v>
                </c:pt>
              </c:strCache>
            </c:strRef>
          </c:tx>
          <c:spPr>
            <a:solidFill>
              <a:srgbClr val="8C1D4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Baseline</c:v>
                </c:pt>
                <c:pt idx="1">
                  <c:v>Ray tracing</c:v>
                </c:pt>
                <c:pt idx="2">
                  <c:v>Deep learning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9.59</c:v>
                </c:pt>
                <c:pt idx="1">
                  <c:v>7.95</c:v>
                </c:pt>
                <c:pt idx="2">
                  <c:v>14.04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solidFill>
                    <a:srgbClr val="16211C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800">
                <a:solidFill>
                  <a:srgbClr val="65726B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C3CCBF"/>
              </a:solidFill>
            </a:ln>
          </c:spPr>
        </c:majorGridlines>
        <c:majorTickMark val="none"/>
        <c:minorTickMark val="none"/>
        <c:tickLblPos val="nextTo"/>
        <c:spPr>
          <a:ln>
            <a:solidFill>
              <a:srgbClr val="C3CCBF"/>
            </a:solidFill>
          </a:ln>
        </c:spPr>
        <c:txPr>
          <a:bodyPr/>
          <a:lstStyle/>
          <a:p>
            <a:pPr>
              <a:defRPr sz="800">
                <a:solidFill>
                  <a:srgbClr val="65726B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solidFill>
                <a:srgbClr val="3A4842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850">
          <a:solidFill>
            <a:srgbClr val="65726B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371600" cy="502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40">
                <a:solidFill>
                  <a:srgbClr val="0F6E70"/>
                </a:solidFill>
                <a:latin typeface="Consolas"/>
              </a:rPr>
              <a:t>ARATHON CHALLENGE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4592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6211C"/>
                </a:solidFill>
                <a:latin typeface="Archivo"/>
              </a:rPr>
              <a:t>Where would one more asset
deliver the greatest improvement?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A4842"/>
                </a:solidFill>
                <a:latin typeface="Archivo"/>
              </a:rPr>
              <a:t>A drive test covers 7% of the service area. Four approaches predict the rest, scored on one testbench and driven through one planner — so the recommendation carries its uncertainty with it rather than beside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29768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38912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MEASUREMENTS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455371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11C"/>
                </a:solidFill>
                <a:latin typeface="Archivo"/>
              </a:rPr>
              <a:t>7,144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495604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rows · 40.4% no service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429768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438912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APPROACHES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455371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16211C"/>
                </a:solidFill>
                <a:latin typeface="Archiv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495604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three built, one reserved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429768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438912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BEST HELD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55371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>
                <a:solidFill>
                  <a:srgbClr val="0F6E70"/>
                </a:solidFill>
                <a:latin typeface="Archivo"/>
              </a:rPr>
              <a:t>7.95 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95604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KMeans · Ray tracing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429768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438912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ROUTE COVERED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455371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0F6E70"/>
                </a:solidFill>
                <a:latin typeface="Archivo"/>
              </a:rPr>
              <a:t>44% → 69%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495604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with one macro site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AgWireless '26 · ARA COTS, Ames IA · terrain USGS 3DEP 1/3 arc-second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THE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What the van measured, and what it means for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7,144 samples along 116.7 km of road, one every 2.63 s, around a single serving site.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82880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RSRP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199339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6211C"/>
                </a:solidFill>
                <a:latin typeface="Archivo"/>
              </a:rPr>
              <a:t>−53 to −120 dBm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39572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the quantity every model predicts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73736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182880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NO SERVING CELL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199339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1D40"/>
                </a:solidFill>
                <a:latin typeface="Archivo"/>
              </a:rPr>
              <a:t>40.4%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239572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measured absence of service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173736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82880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UPLINK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99339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6211C"/>
                </a:solidFill>
                <a:latin typeface="Archivo"/>
              </a:rPr>
              <a:t>8–63 Mbps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9572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the binding constraint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1976" y="173736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182880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DOWNLINK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199339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65726B"/>
                </a:solidFill>
                <a:latin typeface="Archivo"/>
              </a:rPr>
              <a:t>~230 Mbps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239572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saturates above SINR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17520"/>
            <a:ext cx="55321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Coverage is not measured — it is derived from RSRP.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Every approach predicts received power; a calibrated curve turns that into service. Keeping the two separate is what lets the planner offer availability, link quality or throughput as alternative definitions.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The 40% with no serving cell are the signal, not a defect.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They are measured absences of service — the demand the brief asks us to serve. A reflexive dropna() deletes every coverage hole and then reports coverage as excellent.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Samples are ~22 m apart, so a random split leaks.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The brief's scope note asks for geographically separated test segments. Slide 6 is how we do 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3017520"/>
            <a:ext cx="5303520" cy="2743200"/>
          </a:xfrm>
          <a:prstGeom prst="rect">
            <a:avLst/>
          </a:prstGeom>
          <a:solidFill>
            <a:srgbClr val="F1F4EF"/>
          </a:solidFill>
          <a:ln w="19050">
            <a:solidFill>
              <a:srgbClr val="8F6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3017520"/>
            <a:ext cx="54864" cy="2743200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400" y="318211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F6200"/>
                </a:solidFill>
                <a:latin typeface="Archivo"/>
              </a:rPr>
              <a:t>Why coverage fails where it does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3547872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Terrain dominates 2–6 km and is irrelevant beyond it: an obstructed cell is 2.25–2.39× more likely to have no service at the same distance (p &lt; 10⁻⁷).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Line of sight is the wrong test — 13% of links are blocked, but 46% intrude on the first Fresnel zone. The holes are grazing paths, so terrain has to enter as geometry rather than as a flag.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Past 6 km the link budget has already gone and terrain stops discriminating at all.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reports/eda.json · dataset not redistributable before ARA's release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RESEARCH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The brief's four criteria, taken literally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Quoted from COTS_Challenge_3.pdf — “how a team can demonstrate success”. Each is answered on slide 8 by a measurement.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896112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864" cy="89611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11096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6E70"/>
                </a:solidFill>
                <a:latin typeface="Consolas"/>
              </a:rPr>
              <a:t>RQ1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89280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Thresholds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1883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Before-and-after route coverage under explicit service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221992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Eight service definitions, each a slider, each re-solving the site.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88920"/>
            <a:ext cx="11155680" cy="896112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88920"/>
            <a:ext cx="54864" cy="89611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916936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8F6200"/>
                </a:solidFill>
                <a:latin typeface="Consolas"/>
              </a:rPr>
              <a:t>RQ2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289864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Gains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28895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Gains reported per intervention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3227832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Relay, small cell and macro, plus the marginal value of the 2nd and 3rd installation.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94760"/>
            <a:ext cx="11155680" cy="896112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794760"/>
            <a:ext cx="54864" cy="896112"/>
          </a:xfrm>
          <a:prstGeom prst="rect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922776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5B3A9B"/>
                </a:solidFill>
                <a:latin typeface="Consolas"/>
              </a:rPr>
              <a:t>RQ3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0448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Robustness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389534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Robustness to model uncertainty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4233672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200 shadow-fading draws re-solve the placement; we report how often the answer survives.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800600"/>
            <a:ext cx="11155680" cy="896112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4800600"/>
            <a:ext cx="54864" cy="89611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928616"/>
            <a:ext cx="640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8C1D40"/>
                </a:solidFill>
                <a:latin typeface="Consolas"/>
              </a:rPr>
              <a:t>RQ4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491032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Constraints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54680" y="490118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Sensitivity to placement constraints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680" y="5239512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Five open-data buildability layers shrink the feasible set, and we report what complying costs.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897880"/>
            <a:ext cx="11155680" cy="566928"/>
          </a:xfrm>
          <a:prstGeom prst="rect">
            <a:avLst/>
          </a:prstGeom>
          <a:solidFill>
            <a:srgbClr val="F1F4EF"/>
          </a:solidFill>
          <a:ln w="19050">
            <a:solidFill>
              <a:srgbClr val="8C1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897880"/>
            <a:ext cx="54864" cy="566928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6016752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6211C"/>
                </a:solidFill>
                <a:latin typeface="Archivo"/>
              </a:rPr>
              <a:t>And the brief's own hypothesis:  “optimizing placement … will outperform choosing only the single worst measured point.”  We test it on slide 8 rather than assume 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COTS_Challenge_3.pdf · scope note: geographically separated test segments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Four ways to predict RSRP where nobody drove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They share nothing but an interface of two methods, so each can be wrong in its own way and the testbench can tell.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2606040" cy="3886200"/>
          </a:xfrm>
          <a:prstGeom prst="rect">
            <a:avLst/>
          </a:prstGeom>
          <a:solidFill>
            <a:srgbClr val="F1F4EF"/>
          </a:solidFill>
          <a:ln w="19050">
            <a:solidFill>
              <a:srgbClr val="8F6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2606040" cy="45720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828800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8F6200"/>
                </a:solidFill>
                <a:latin typeface="Consolas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0482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Fitted physics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52374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10">
                <a:solidFill>
                  <a:srgbClr val="8F6200"/>
                </a:solidFill>
                <a:latin typeface="Consolas"/>
              </a:rPr>
              <a:t>BUILT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798064"/>
            <a:ext cx="2286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Two-slope path loss fitted to the measurements themselves.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Terrain enters as ITU-R P.526 knife-edge diffraction and Fresnel clearance, orthogonalised against distance.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Cheap, interpretable, and carries a mechanism — so it can answer a counterfactual.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9272" y="1691640"/>
            <a:ext cx="2606040" cy="3886200"/>
          </a:xfrm>
          <a:prstGeom prst="rect">
            <a:avLst/>
          </a:prstGeom>
          <a:solidFill>
            <a:srgbClr val="F1F4EF"/>
          </a:solidFill>
          <a:ln w="19050">
            <a:solidFill>
              <a:srgbClr val="0F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9272" y="1691640"/>
            <a:ext cx="2606040" cy="45720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3864" y="1828800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0F6E70"/>
                </a:solidFill>
                <a:latin typeface="Consolas"/>
              </a:rPr>
              <a:t>RAY TRACING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20482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Sionna 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864" y="252374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10">
                <a:solidFill>
                  <a:srgbClr val="0F6E70"/>
                </a:solidFill>
                <a:latin typeface="Consolas"/>
              </a:rPr>
              <a:t>BUILT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3864" y="2798064"/>
            <a:ext cx="2286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A reconstructed scene: 3DEP terrain plus Microsoft building footprints, all sites, twelve sectors.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Traced path gain, corrected by profile diffraction where the tracer finds no path at all.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Five fitted constants; everything else is geometry.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35624" y="1691640"/>
            <a:ext cx="2606040" cy="3886200"/>
          </a:xfrm>
          <a:prstGeom prst="rect">
            <a:avLst/>
          </a:prstGeom>
          <a:solidFill>
            <a:srgbClr val="F1F4EF"/>
          </a:solidFill>
          <a:ln w="19050">
            <a:solidFill>
              <a:srgbClr val="5B3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5624" y="1691640"/>
            <a:ext cx="2606040" cy="45720"/>
          </a:xfrm>
          <a:prstGeom prst="rect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828800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5B3A9B"/>
                </a:solidFill>
                <a:latin typeface="Consolas"/>
              </a:rPr>
              <a:t>DEEP LEARNING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0482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6211C"/>
                </a:solidFill>
                <a:latin typeface="Archivo"/>
              </a:rPr>
              <a:t>Fourier neural operator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52374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10">
                <a:solidFill>
                  <a:srgbClr val="5B3A9B"/>
                </a:solidFill>
                <a:latin typeface="Consolas"/>
              </a:rPr>
              <a:t>BUILT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798064"/>
            <a:ext cx="2286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The terrain profile along each link is the input function; 3,838 measured links are the training set.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Learns the terrain term directly instead of assuming P.526.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3A4842"/>
                </a:solidFill>
                <a:latin typeface="Archivo"/>
              </a:rPr>
              <a:t>— No closed form, so the planner drives it from a precomputed candidate grid.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1976" y="1691640"/>
            <a:ext cx="2606040" cy="3886200"/>
          </a:xfrm>
          <a:prstGeom prst="rect">
            <a:avLst/>
          </a:prstGeom>
          <a:solidFill>
            <a:srgbClr val="FBFCFA"/>
          </a:solidFill>
          <a:ln w="12700">
            <a:solidFill>
              <a:srgbClr val="A8B2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51976" y="1691640"/>
            <a:ext cx="2606040" cy="45720"/>
          </a:xfrm>
          <a:prstGeom prst="rect">
            <a:avLst/>
          </a:prstGeom>
          <a:solidFill>
            <a:srgbClr val="A8B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16568" y="1828800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 spc="120">
                <a:solidFill>
                  <a:srgbClr val="A8B2A6"/>
                </a:solidFill>
                <a:latin typeface="Consolas"/>
              </a:rPr>
              <a:t>PINN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6568" y="2048256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65726B"/>
                </a:solidFill>
                <a:latin typeface="Archivo"/>
              </a:rPr>
              <a:t>Physics-informed network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16568" y="2523744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spc="110">
                <a:solidFill>
                  <a:srgbClr val="A8B2A6"/>
                </a:solidFill>
                <a:latin typeface="Consolas"/>
              </a:rPr>
              <a:t>RESERVED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6568" y="2798064"/>
            <a:ext cx="2286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65726B"/>
                </a:solidFill>
                <a:latin typeface="Archivo"/>
              </a:rPr>
              <a:t>— Reserved. A residual constrained by a wave or transport equation rather than a fitted polynomial.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65726B"/>
                </a:solidFill>
                <a:latin typeface="Archivo"/>
              </a:rPr>
              <a:t>— Physics as a loss term, to discipline extrapolation where data is absent — which is where this survey is weakest.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65726B"/>
                </a:solidFill>
                <a:latin typeface="Archivo"/>
              </a:rPr>
              <a:t>— Must clear the same three splits as the others.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solidFill>
            <a:srgbClr val="F1F4EF"/>
          </a:solidFill>
          <a:ln w="15875">
            <a:solidFill>
              <a:srgbClr val="0F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6211C"/>
                </a:solidFill>
                <a:latin typeface="Consolas"/>
              </a:rPr>
              <a:t>The contract:  macro_rsrp(lat, lon)  ·  node_rsrp(tx, agl, ΔEIRP, lat, lon)   — implement two methods and the testbench, the planner and this deck all work on your model.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common/README.md · terrain-approach/src/adapter.py is the reference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THE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How a prediction becomes a 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Every approach outputs received power. Nobody wants received power — so each link in the chain from dBm to a pin is explicit and adjustable.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2103120" cy="45720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0936" y="1874519"/>
            <a:ext cx="310896" cy="310896"/>
          </a:xfrm>
          <a:prstGeom prst="ellipse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Predict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RSRP to all 4,731 demand cells, and from each of 627 candidate sites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33472" y="2441448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61488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61488" y="1737360"/>
            <a:ext cx="2103120" cy="45720"/>
          </a:xfrm>
          <a:prstGeom prst="rect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89504" y="1874519"/>
            <a:ext cx="310896" cy="310896"/>
          </a:xfrm>
          <a:prstGeom prst="ellipse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6372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Translate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9504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a calibrated curve turns RSRP into the chosen criterion — availability, SINR, RSRQ or throughput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441448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0056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0056" y="1737360"/>
            <a:ext cx="2103120" cy="45720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148072" y="1874519"/>
            <a:ext cx="310896" cy="310896"/>
          </a:xfrm>
          <a:prstGeom prst="ellipse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34940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0408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Threshold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8072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the target inverts to an RSRP cut: the first grid point at or above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8" y="2441448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8624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78624" y="1737360"/>
            <a:ext cx="2103120" cy="4572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406640" y="1874519"/>
            <a:ext cx="310896" cy="310896"/>
          </a:xfrm>
          <a:prstGeom prst="ellipse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3508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08976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Score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0.7 × route-km + 0.3 × area, each as a fraction of its own total — and the split is a slider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9176" y="2441448"/>
            <a:ext cx="1280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3CCBF"/>
                </a:solidFill>
                <a:latin typeface="Archivo"/>
              </a:rPr>
              <a:t>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737360"/>
            <a:ext cx="2103120" cy="17830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537192" y="1737360"/>
            <a:ext cx="2103120" cy="45720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665208" y="1874519"/>
            <a:ext cx="310896" cy="310896"/>
          </a:xfrm>
          <a:prstGeom prst="ellipse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52076" y="1929384"/>
            <a:ext cx="182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67544" y="1920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Solve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65208" y="2350008"/>
            <a:ext cx="184708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A4842"/>
                </a:solidFill>
                <a:latin typeface="Archivo"/>
              </a:rPr>
              <a:t>greedy max-coverage; submodular, so within 63% of optimal, and instant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3794760"/>
            <a:ext cx="55321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Nothing in that chain is hardcoded.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Approach, criterion, target and weighting are controls, and the solve re-runs for whatever combination is chosen.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Because the answer moves with them.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Route demand meeting 10 Mbps is 94.8% at p90 and 9.1% at p10, and the recommended site shifts up to 2.6 km and reverses direction. A number that swings on an unwritten choice is an assumption, not a result.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3794760"/>
            <a:ext cx="5303520" cy="2103120"/>
          </a:xfrm>
          <a:prstGeom prst="rect">
            <a:avLst/>
          </a:prstGeom>
          <a:solidFill>
            <a:srgbClr val="F1F4EF"/>
          </a:solidFill>
          <a:ln w="19050">
            <a:solidFill>
              <a:srgbClr val="8C1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3794760"/>
            <a:ext cx="54864" cy="210312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400" y="3941063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8C1D40"/>
                </a:solidFill>
                <a:latin typeface="Archivo"/>
              </a:rPr>
              <a:t>And where it is allowed to build  (RQ4)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270248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Measurements say where service is poor, not whether you may build there. Five open-data layers — grid power, land access, existing structures, backhaul, water exclusion — become sliders that shrink the feasible set, and the tool reports how far the feasible site sits from the free optimum and what score that costs. Each layer is a proxy, not a utility record, and the page says so.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common/PLANNER.md · common/constraints.py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What each held-out split actually removes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 asks for geographically separated test segments. Same rows, cut two ways — and the cut decides what a model must extrapolate.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27632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10">
                <a:solidFill>
                  <a:srgbClr val="16211C"/>
                </a:solidFill>
                <a:latin typeface="Consolas"/>
              </a:rPr>
              <a:t>KMEANS BLOCKS — HOLD OUT A REGION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11480" y="1883664"/>
          <a:ext cx="55321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1627632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10">
                <a:solidFill>
                  <a:srgbClr val="16211C"/>
                </a:solidFill>
                <a:latin typeface="Consolas"/>
              </a:rPr>
              <a:t>ANGULAR WEDGES — HOLD OUT A BEARING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1883664"/>
          <a:ext cx="553212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4434840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One block is the near-tower cluster, so holding it out deletes every sample under 2 km and forces the distance law to extrapolate inward. Only 8.2% of test points sit inside the training distance range — the harshest test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434840"/>
            <a:ext cx="5394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Every wedge spans the full distance range, so distance support survives. What is held out is a bearing sector, which tests the antenna-pattern term rather than the distance law.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257800"/>
            <a:ext cx="11155680" cy="86868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257800"/>
            <a:ext cx="54864" cy="86868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3949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A4842"/>
                </a:solidFill>
                <a:latin typeface="Archivo"/>
              </a:rPr>
              <a:t>Both schemes drop every training row within 200 m of a test row, so no road segment is shared. A third split — plain random folds — is reported and then discounted: samples are 2.63 s apart, so it tests a model on places it trained on. The gap between random and geographic is how much a model is memorising.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common/backtest.py · 5 blocks, 200 m buffer, seed 42 · python -m common.selftest reproduces these to 0.02 dB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How well each approach predicts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Run with no added transmitter and compared to what the van recorded — the claim everything downstream rests on.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91640"/>
          <a:ext cx="5760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68680"/>
                <a:gridCol w="777240"/>
                <a:gridCol w="777240"/>
                <a:gridCol w="777240"/>
                <a:gridCol w="731520"/>
              </a:tblGrid>
              <a:tr h="34747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approach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in sample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random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KMeans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wedges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65726B"/>
                          </a:solidFill>
                          <a:latin typeface="Consolas"/>
                        </a:rPr>
                        <a:t>R² KMeans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Baseline — fitted 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9.59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9.81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+0.17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Ray tracing — Sionna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7.61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7.95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+0.43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Deep learning — FNO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7.52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14.04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11.47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-1.01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PINN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16211C"/>
                          </a:solidFill>
                          <a:latin typeface="Consolas"/>
                        </a:rPr>
                        <a:t>reserved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0" y="1691640"/>
            <a:ext cx="5029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110">
                <a:solidFill>
                  <a:srgbClr val="65726B"/>
                </a:solidFill>
                <a:latin typeface="Consolas"/>
              </a:rPr>
              <a:t>IN SAMPLE VS HELD OUT BY GEOGRAPHY, DB RMSE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46520" y="1965960"/>
          <a:ext cx="521208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3657600"/>
            <a:ext cx="57607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Ray tracing barely degrades: 7.61 → 7.95 dB.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Few fitted constants means little to overfit, so held-out and in-sample nearly agree. It is the most trustworthy of the three.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16211C"/>
                </a:solidFill>
                <a:latin typeface="Archivo"/>
              </a:rPr>
              <a:t>— Deep learning wins in sample and collapses held out.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3A4842"/>
                </a:solidFill>
                <a:latin typeface="Archivo"/>
              </a:rPr>
              <a:t>— Best of all at 7.26 dB, then 14.04 dB with R² of −1.01 — worse than predicting each block's mean.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4434840"/>
            <a:ext cx="5303520" cy="1417320"/>
          </a:xfrm>
          <a:prstGeom prst="rect">
            <a:avLst/>
          </a:prstGeom>
          <a:solidFill>
            <a:srgbClr val="F1F4EF"/>
          </a:solidFill>
          <a:ln w="19050">
            <a:solidFill>
              <a:srgbClr val="5B3A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4434840"/>
            <a:ext cx="54864" cy="1417320"/>
          </a:xfrm>
          <a:prstGeom prst="rect">
            <a:avLst/>
          </a:prstGeom>
          <a:solidFill>
            <a:srgbClr val="5B3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4572000"/>
            <a:ext cx="4846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5B3A9B"/>
                </a:solidFill>
                <a:latin typeface="Archivo"/>
              </a:rPr>
              <a:t>Why the learned model fails, 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892040"/>
            <a:ext cx="4846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The nearest other link in terrain-profile space sits a median of 12.2 m away on the ground, 97.2% within 50 m. A profile is very nearly a name for a place, so the network can recognise the location instead of learning the physics — and only a geographic split can tell.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reports/testbench.json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The four questions,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Same demand, same objective, same solver across every approach.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691640"/>
          <a:ext cx="111556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017520"/>
                <a:gridCol w="1920240"/>
                <a:gridCol w="1828800"/>
                <a:gridCol w="1920240"/>
              </a:tblGrid>
              <a:tr h="3429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65726B"/>
                          </a:solidFill>
                          <a:latin typeface="Consolas"/>
                        </a:rPr>
                        <a:t>approach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65726B"/>
                          </a:solidFill>
                          <a:latin typeface="Consolas"/>
                        </a:rPr>
                        <a:t>recommended macro site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65726B"/>
                          </a:solidFill>
                          <a:latin typeface="Consolas"/>
                        </a:rPr>
                        <a:t>route-km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65726B"/>
                          </a:solidFill>
                          <a:latin typeface="Consolas"/>
                        </a:rPr>
                        <a:t>area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65726B"/>
                          </a:solidFill>
                          <a:latin typeface="Consolas"/>
                        </a:rPr>
                        <a:t>within 2 km</a:t>
                      </a:r>
                    </a:p>
                  </a:txBody>
                  <a:tcPr marL="54864" marR="54864" marT="27432" marB="27432">
                    <a:solidFill>
                      <a:srgbClr val="F1F4E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Baseline — fitted physics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41.97955, -93.83471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69.0%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59.3%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Ray tracing — Sionna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siting bundle not yet built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Deep learning — FNO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41.97948, -93.71114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56.6%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47.7%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6211C"/>
                          </a:solidFill>
                          <a:latin typeface="Consolas"/>
                        </a:rPr>
                        <a:t>95%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329184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338328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RQ1 · THRESHOLDS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354787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6E70"/>
                </a:solidFill>
                <a:latin typeface="Archivo"/>
              </a:rPr>
              <a:t>44% → 69%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395020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route-km at availability ≥ 50%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329184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7288" y="338328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RQ2 · GAINS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7288" y="354787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F6200"/>
                </a:solidFill>
                <a:latin typeface="Archivo"/>
              </a:rPr>
              <a:t>+28.6 km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395020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macro; relay +1.4, small cell +0.7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329184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38328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RQ3 · ROBUSTNESS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354787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3A9B"/>
                </a:solidFill>
                <a:latin typeface="Archivo"/>
              </a:rPr>
              <a:t>97–100%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395020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of fading draws within 2 km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51976" y="3291840"/>
            <a:ext cx="2606040" cy="932688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9992" y="3383280"/>
            <a:ext cx="23500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65726B"/>
                </a:solidFill>
                <a:latin typeface="Consolas"/>
              </a:rPr>
              <a:t>RQ4 · CONSTRAINTS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3547872"/>
            <a:ext cx="235000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C1D40"/>
                </a:solidFill>
                <a:latin typeface="Archivo"/>
              </a:rPr>
              <a:t>5 layers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9992" y="3950208"/>
            <a:ext cx="2350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5726B"/>
                </a:solidFill>
                <a:latin typeface="Consolas"/>
              </a:rPr>
              <a:t>open-data buildability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26280"/>
            <a:ext cx="5532120" cy="1783080"/>
          </a:xfrm>
          <a:prstGeom prst="rect">
            <a:avLst/>
          </a:prstGeom>
          <a:solidFill>
            <a:srgbClr val="F1F4EF"/>
          </a:solidFill>
          <a:ln w="19050">
            <a:solidFill>
              <a:srgbClr val="8C1D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54864" cy="1783080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663440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8C1D40"/>
                </a:solidFill>
                <a:latin typeface="Archivo"/>
              </a:rPr>
              <a:t>The brief's hypothesis, tested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92624"/>
            <a:ext cx="502920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842"/>
                </a:solidFill>
                <a:latin typeface="Archivo"/>
              </a:rPr>
              <a:t>Optimising beats siting at the single worst measured point — but only by +2.1 points of route-km (69.2% vs 67.1%). That naive choice ranks 14 of 627 candidates. On this survey the worst point sits near the optimum because the hole is one coherent region; on a survey with several holes it would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4526280"/>
            <a:ext cx="53035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6211C"/>
                </a:solidFill>
                <a:latin typeface="Archivo"/>
              </a:rPr>
              <a:t>— The two physics models agree; the learned one does not.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Baseline and ray tracing both site south-west. The FNO sites ten kilometres east for twelve points less coverage — exactly what its held-out score predicts.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6211C"/>
                </a:solidFill>
                <a:latin typeface="Archivo"/>
              </a:rPr>
              <a:t>— Read the ratios, not the percentages.</a:t>
            </a:r>
          </a:p>
          <a:p>
            <a:pPr>
              <a:spcAft>
                <a:spcPts val="600"/>
              </a:spcAft>
            </a:pPr>
            <a:r>
              <a:rPr sz="1050" b="0">
                <a:solidFill>
                  <a:srgbClr val="3A4842"/>
                </a:solidFill>
                <a:latin typeface="Archivo"/>
              </a:rPr>
              <a:t>— Received power generalises; whether a cell HAS service does not — 60.5% agreement against a 63.9% base rate.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bundles/*.json · reports/hypothesis_test.json · 200 fading draws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70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spc="160">
                <a:solidFill>
                  <a:srgbClr val="65726B"/>
                </a:solidFill>
                <a:latin typeface="Consolas"/>
              </a:rPr>
              <a:t>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1792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6211C"/>
                </a:solidFill>
                <a:latin typeface="Archivo"/>
              </a:rPr>
              <a:t>The planner,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5214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A4842"/>
                </a:solidFill>
                <a:latin typeface="Archivo"/>
              </a:rPr>
              <a:t>The brief's demo artifact: place an asset and immediately see coverage, performance, uncertainty and route benefit change.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7452360" cy="3931920"/>
          </a:xfrm>
          <a:prstGeom prst="rect">
            <a:avLst/>
          </a:prstGeom>
          <a:solidFill>
            <a:srgbClr val="16211C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55547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5272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4990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84708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426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4144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3862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3580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298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30168" y="18288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2734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452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2170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1888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16068" y="18288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1324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1042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0760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478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0196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9914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9632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493508" y="18288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5547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25272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4990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08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14426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4144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3862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03580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3298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30168" y="21259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734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22452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2170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18888" y="21259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1606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1324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71042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0760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0478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0196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89914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9632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493508" y="21259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5836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55547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25272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4990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84708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14426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44144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3862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035808" y="24231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298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63016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92734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22452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521708" y="24231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81888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11606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41324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71042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00760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30478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0196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89914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19632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493508" y="24231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5836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55547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5272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54990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84708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14426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44144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73862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03580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33298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630168" y="27203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92734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22452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52170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1888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11606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413248" y="27203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71042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00760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30478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60196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89914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19632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493508" y="27203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5836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55547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5272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54990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84708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14426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44144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73862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303580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33298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630168" y="30175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92734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22452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521708" y="30175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81888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11606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41324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71042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00760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630478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60196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689914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19632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493508" y="30175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65836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955547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25272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54990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84708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14426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44144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73862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03580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333298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630168" y="33147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392734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422452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52170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481888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511606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41324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5710428" y="33147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0760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630478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60196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689914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719632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493508" y="33147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5836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55547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25272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54990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84708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14426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44144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73862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035808" y="36118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33298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63016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92734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22452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52170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818888" y="36118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11606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41324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71042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600760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30478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60196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689914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19632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7493508" y="36118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5836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955547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125272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154990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84708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214426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244144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73862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303580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33298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63016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927348" y="390906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22452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452170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4818888" y="390906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11606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41324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71042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00760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30478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60196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689914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19632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493508" y="390906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65836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955547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125272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154990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84708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14426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44144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73862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035808" y="420624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33298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63016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92734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422452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52170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81888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511606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413248" y="420624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71042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600760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630478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60196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689914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719632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7493508" y="420624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65836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955547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125272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54990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84708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214426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244144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273862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303580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333298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363016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3927348" y="450342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22452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52170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4818888" y="450342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511606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541324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571042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600760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630478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660196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689914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719632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7493508" y="450342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65836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955547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125272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154990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184708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214426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244144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273862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035808" y="480060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33298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63016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392734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22452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52170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81888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511606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5413248" y="480060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571042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600760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630478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660196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89914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19632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7493508" y="480060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65836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55547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25272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154990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184708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14426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44144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2738628" y="5097780"/>
            <a:ext cx="278892" cy="27889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303580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33298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63016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392734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422452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452170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4818888" y="5097780"/>
            <a:ext cx="278892" cy="278892"/>
          </a:xfrm>
          <a:prstGeom prst="rect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511606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541324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571042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600760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630478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660196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689914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719632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493508" y="5097780"/>
            <a:ext cx="278892" cy="278892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822960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940067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057174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174282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291389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408496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525604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1642711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1759818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1876926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1994033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111141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228248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2345355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2462463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2579570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2696677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2813785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2930892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3047999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3165107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3282214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3399322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3516429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3633536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3750644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3867751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3984858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4101966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4219073" y="38164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4336181" y="37682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4453288" y="37201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4570395" y="36720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4687503" y="36239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4804610" y="35757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4921717" y="35276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5038825" y="34795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5155932" y="34314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5273040" y="33832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5390147" y="333515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507254" y="328702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624362" y="323890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741469" y="319077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858576" y="314264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5975684" y="309452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092791" y="304639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209898" y="2998269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327006" y="2950143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444113" y="290201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6561221" y="285389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6678328" y="2805764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6795435" y="2757637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6912543" y="2709511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029650" y="2661385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7146757" y="2613258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263865" y="2565132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7380972" y="2517006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7498079" y="2468880"/>
            <a:ext cx="68580" cy="685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5029200" y="2331720"/>
            <a:ext cx="201168" cy="201168"/>
          </a:xfrm>
          <a:prstGeom prst="ellipse">
            <a:avLst/>
          </a:prstGeom>
          <a:solidFill>
            <a:srgbClr val="8F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651760" y="3886200"/>
            <a:ext cx="274320" cy="274320"/>
          </a:xfrm>
          <a:prstGeom prst="ellipse">
            <a:avLst/>
          </a:prstGeom>
          <a:noFill/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TextBox 356"/>
          <p:cNvSpPr txBox="1"/>
          <p:nvPr/>
        </p:nvSpPr>
        <p:spPr>
          <a:xfrm>
            <a:off x="658368" y="5376672"/>
            <a:ext cx="4206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Consolas"/>
              </a:rPr>
              <a:t>map scale ▬ 2 km   ·   ▪ one 200 m demand cell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8183879" y="1691640"/>
            <a:ext cx="3474720" cy="3931920"/>
          </a:xfrm>
          <a:prstGeom prst="rect">
            <a:avLst/>
          </a:prstGeom>
          <a:solidFill>
            <a:srgbClr val="F1F4E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8366759" y="1810512"/>
            <a:ext cx="3108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211C"/>
                </a:solidFill>
                <a:latin typeface="Archivo"/>
              </a:rPr>
              <a:t>Rural Coverage Planner</a:t>
            </a:r>
          </a:p>
        </p:txBody>
      </p:sp>
      <p:sp>
        <p:nvSpPr>
          <p:cNvPr id="360" name="TextBox 359"/>
          <p:cNvSpPr txBox="1"/>
          <p:nvPr/>
        </p:nvSpPr>
        <p:spPr>
          <a:xfrm>
            <a:off x="8366759" y="2157984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APPROACH</a:t>
            </a:r>
          </a:p>
        </p:txBody>
      </p:sp>
      <p:sp>
        <p:nvSpPr>
          <p:cNvPr id="361" name="Rectangle 360"/>
          <p:cNvSpPr/>
          <p:nvPr/>
        </p:nvSpPr>
        <p:spPr>
          <a:xfrm>
            <a:off x="8366759" y="2331720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458199" y="2372868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Baseline — fitted physics ▾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8366759" y="2633472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WHAT COUNTS AS SERVED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8366759" y="2807208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8458199" y="2848356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Availability ▾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8366759" y="3108960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TARGET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8366759" y="3282696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8458199" y="332384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≥ 50% of the time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8366759" y="3584448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ROUTE VS AREA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8366759" y="3758184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8458199" y="3799332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0.70 / 0.30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8366759" y="4059935"/>
            <a:ext cx="31089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ASSET</a:t>
            </a:r>
          </a:p>
        </p:txBody>
      </p:sp>
      <p:sp>
        <p:nvSpPr>
          <p:cNvPr id="373" name="Rectangle 372"/>
          <p:cNvSpPr/>
          <p:nvPr/>
        </p:nvSpPr>
        <p:spPr>
          <a:xfrm>
            <a:off x="8366759" y="4233671"/>
            <a:ext cx="3108960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8458199" y="4274819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16211C"/>
                </a:solidFill>
                <a:latin typeface="Consolas"/>
              </a:rPr>
              <a:t>Macro · 37 m · 0 dB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8366759" y="4572000"/>
            <a:ext cx="3108960" cy="292608"/>
          </a:xfrm>
          <a:prstGeom prst="rect">
            <a:avLst/>
          </a:prstGeom>
          <a:solidFill>
            <a:srgbClr val="0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9052559" y="4636008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onsolas"/>
              </a:rPr>
              <a:t>Find the best site</a:t>
            </a:r>
          </a:p>
        </p:txBody>
      </p:sp>
      <p:sp>
        <p:nvSpPr>
          <p:cNvPr id="377" name="Rectangle 376"/>
          <p:cNvSpPr/>
          <p:nvPr/>
        </p:nvSpPr>
        <p:spPr>
          <a:xfrm>
            <a:off x="83667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8476487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ROUTE-KM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8476487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6E70"/>
                </a:solidFill>
                <a:latin typeface="Archivo"/>
              </a:rPr>
              <a:t>51.9 → 80.5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966959" y="4983480"/>
            <a:ext cx="1508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C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10076686" y="5047488"/>
            <a:ext cx="12801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spc="110">
                <a:solidFill>
                  <a:srgbClr val="65726B"/>
                </a:solidFill>
                <a:latin typeface="Consolas"/>
              </a:rPr>
              <a:t>SCORE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0076686" y="5230368"/>
            <a:ext cx="1280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6E70"/>
                </a:solidFill>
                <a:latin typeface="Archivo"/>
              </a:rPr>
              <a:t>0.421 → 0.652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A4842"/>
                </a:solidFill>
                <a:latin typeface="Consolas"/>
              </a:rPr>
              <a:t>Heatmap of the chosen criterion over shaded relief, with the drive test drawn on top in a contrasting hue — which doubles as the road network. Amber is the existing tower, the ring is the placement. Three sweep buttons re-solve across every criterion, every weighting and every approach; a constrained variant adds the five buildability layers.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502920" y="6473952"/>
            <a:ext cx="11155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A8B2A6"/>
                </a:solidFill>
                <a:latin typeface="Consolas"/>
              </a:rPr>
              <a:t>planner.html · planner_constrained.html · no server, no install, no network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