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had service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0F6E70"/>
              </a:solidFill>
              <a:ln>
                <a:noFill/>
              </a:ln>
            </c:spPr>
          </c:marker>
          <c:xVal>
            <c:numRef>
              <c:f>Sheet1!$A$2:$A$1039</c:f>
              <c:numCache>
                <c:formatCode>General</c:formatCode>
                <c:ptCount val="1038"/>
                <c:pt idx="0">
                  <c:v>-93.7768086</c:v>
                </c:pt>
                <c:pt idx="1">
                  <c:v>-93.7767868</c:v>
                </c:pt>
                <c:pt idx="2">
                  <c:v>-93.7767816</c:v>
                </c:pt>
                <c:pt idx="3">
                  <c:v>-93.7767767</c:v>
                </c:pt>
                <c:pt idx="4">
                  <c:v>-93.776751</c:v>
                </c:pt>
                <c:pt idx="5">
                  <c:v>-93.7767425</c:v>
                </c:pt>
                <c:pt idx="6">
                  <c:v>-93.7767352</c:v>
                </c:pt>
                <c:pt idx="7">
                  <c:v>-93.7767171</c:v>
                </c:pt>
                <c:pt idx="8">
                  <c:v>-93.7767081</c:v>
                </c:pt>
                <c:pt idx="9">
                  <c:v>-93.7766947</c:v>
                </c:pt>
                <c:pt idx="10">
                  <c:v>-93.7766841</c:v>
                </c:pt>
                <c:pt idx="11">
                  <c:v>-93.7766732</c:v>
                </c:pt>
                <c:pt idx="12">
                  <c:v>-93.7766608</c:v>
                </c:pt>
                <c:pt idx="13">
                  <c:v>-93.7766478</c:v>
                </c:pt>
                <c:pt idx="14">
                  <c:v>-93.7766324</c:v>
                </c:pt>
                <c:pt idx="15">
                  <c:v>-93.7766178</c:v>
                </c:pt>
                <c:pt idx="16">
                  <c:v>-93.7766101</c:v>
                </c:pt>
                <c:pt idx="17">
                  <c:v>-93.7766064</c:v>
                </c:pt>
                <c:pt idx="18">
                  <c:v>-93.7773108</c:v>
                </c:pt>
                <c:pt idx="19">
                  <c:v>-93.7790684</c:v>
                </c:pt>
                <c:pt idx="20">
                  <c:v>-93.780019</c:v>
                </c:pt>
                <c:pt idx="21">
                  <c:v>-93.7810378</c:v>
                </c:pt>
                <c:pt idx="22">
                  <c:v>-93.7819922</c:v>
                </c:pt>
                <c:pt idx="23">
                  <c:v>-93.7829748</c:v>
                </c:pt>
                <c:pt idx="24">
                  <c:v>-93.7839556</c:v>
                </c:pt>
                <c:pt idx="25">
                  <c:v>-93.7856395</c:v>
                </c:pt>
                <c:pt idx="26">
                  <c:v>-93.7866538</c:v>
                </c:pt>
                <c:pt idx="27">
                  <c:v>-93.7877602</c:v>
                </c:pt>
                <c:pt idx="28">
                  <c:v>-93.7887175</c:v>
                </c:pt>
                <c:pt idx="29">
                  <c:v>-93.7896213</c:v>
                </c:pt>
                <c:pt idx="30">
                  <c:v>-93.7906439</c:v>
                </c:pt>
                <c:pt idx="31">
                  <c:v>-93.7923593</c:v>
                </c:pt>
                <c:pt idx="32">
                  <c:v>-93.7933383</c:v>
                </c:pt>
                <c:pt idx="33">
                  <c:v>-93.7943872</c:v>
                </c:pt>
                <c:pt idx="34">
                  <c:v>-93.7952782</c:v>
                </c:pt>
                <c:pt idx="35">
                  <c:v>-93.7961745</c:v>
                </c:pt>
                <c:pt idx="36">
                  <c:v>-93.7972339</c:v>
                </c:pt>
                <c:pt idx="37">
                  <c:v>-93.7991536</c:v>
                </c:pt>
                <c:pt idx="38">
                  <c:v>-93.8002153</c:v>
                </c:pt>
                <c:pt idx="39">
                  <c:v>-93.801485</c:v>
                </c:pt>
                <c:pt idx="40">
                  <c:v>-93.8061079</c:v>
                </c:pt>
                <c:pt idx="41">
                  <c:v>-93.8073448</c:v>
                </c:pt>
                <c:pt idx="42">
                  <c:v>-93.808364</c:v>
                </c:pt>
                <c:pt idx="43">
                  <c:v>-93.8093159</c:v>
                </c:pt>
                <c:pt idx="44">
                  <c:v>-93.8103372</c:v>
                </c:pt>
                <c:pt idx="45">
                  <c:v>-93.8114885</c:v>
                </c:pt>
                <c:pt idx="46">
                  <c:v>-93.8134938</c:v>
                </c:pt>
                <c:pt idx="47">
                  <c:v>-93.8144385</c:v>
                </c:pt>
                <c:pt idx="48">
                  <c:v>-93.815127</c:v>
                </c:pt>
                <c:pt idx="49">
                  <c:v>-93.8165601</c:v>
                </c:pt>
                <c:pt idx="50">
                  <c:v>-93.8166958</c:v>
                </c:pt>
                <c:pt idx="51">
                  <c:v>-93.81708</c:v>
                </c:pt>
                <c:pt idx="52">
                  <c:v>-93.8178853</c:v>
                </c:pt>
                <c:pt idx="53">
                  <c:v>-93.8227999</c:v>
                </c:pt>
                <c:pt idx="54">
                  <c:v>-93.8154207</c:v>
                </c:pt>
                <c:pt idx="55">
                  <c:v>-93.8154064</c:v>
                </c:pt>
                <c:pt idx="56">
                  <c:v>-93.8153895</c:v>
                </c:pt>
                <c:pt idx="57">
                  <c:v>-93.815391</c:v>
                </c:pt>
                <c:pt idx="58">
                  <c:v>-93.8154353</c:v>
                </c:pt>
                <c:pt idx="59">
                  <c:v>-93.8154325</c:v>
                </c:pt>
                <c:pt idx="60">
                  <c:v>-93.8154323</c:v>
                </c:pt>
                <c:pt idx="61">
                  <c:v>-93.8154305</c:v>
                </c:pt>
                <c:pt idx="62">
                  <c:v>-93.8154306</c:v>
                </c:pt>
                <c:pt idx="63">
                  <c:v>-93.8154376</c:v>
                </c:pt>
                <c:pt idx="64">
                  <c:v>-93.8154467</c:v>
                </c:pt>
                <c:pt idx="65">
                  <c:v>-93.815436</c:v>
                </c:pt>
                <c:pt idx="66">
                  <c:v>-93.8154036</c:v>
                </c:pt>
                <c:pt idx="67">
                  <c:v>-93.8154064</c:v>
                </c:pt>
                <c:pt idx="68">
                  <c:v>-93.8154131</c:v>
                </c:pt>
                <c:pt idx="69">
                  <c:v>-93.8162942</c:v>
                </c:pt>
                <c:pt idx="70">
                  <c:v>-93.8172201</c:v>
                </c:pt>
                <c:pt idx="71">
                  <c:v>-93.8184031</c:v>
                </c:pt>
                <c:pt idx="72">
                  <c:v>-93.8193925</c:v>
                </c:pt>
                <c:pt idx="73">
                  <c:v>-93.8205698</c:v>
                </c:pt>
                <c:pt idx="74">
                  <c:v>-93.8250228</c:v>
                </c:pt>
                <c:pt idx="75">
                  <c:v>-93.826182</c:v>
                </c:pt>
                <c:pt idx="76">
                  <c:v>-93.8270727</c:v>
                </c:pt>
                <c:pt idx="77">
                  <c:v>-93.828018</c:v>
                </c:pt>
                <c:pt idx="78">
                  <c:v>-93.8290431</c:v>
                </c:pt>
                <c:pt idx="79">
                  <c:v>-93.8300942</c:v>
                </c:pt>
                <c:pt idx="80">
                  <c:v>-93.8320116</c:v>
                </c:pt>
                <c:pt idx="81">
                  <c:v>-93.833073</c:v>
                </c:pt>
                <c:pt idx="82">
                  <c:v>-93.8341974</c:v>
                </c:pt>
                <c:pt idx="83">
                  <c:v>-93.8367077</c:v>
                </c:pt>
                <c:pt idx="84">
                  <c:v>-93.8392783</c:v>
                </c:pt>
                <c:pt idx="85">
                  <c:v>-93.8404693</c:v>
                </c:pt>
                <c:pt idx="86">
                  <c:v>-93.8418072</c:v>
                </c:pt>
                <c:pt idx="87">
                  <c:v>-93.8467554</c:v>
                </c:pt>
                <c:pt idx="88">
                  <c:v>-93.8479348</c:v>
                </c:pt>
                <c:pt idx="89">
                  <c:v>-93.8489639</c:v>
                </c:pt>
                <c:pt idx="90">
                  <c:v>-93.8499893</c:v>
                </c:pt>
                <c:pt idx="91">
                  <c:v>-93.8527655</c:v>
                </c:pt>
                <c:pt idx="92">
                  <c:v>-93.8590813</c:v>
                </c:pt>
                <c:pt idx="93">
                  <c:v>-93.833083</c:v>
                </c:pt>
                <c:pt idx="94">
                  <c:v>-93.8156413</c:v>
                </c:pt>
                <c:pt idx="95">
                  <c:v>-93.8145767</c:v>
                </c:pt>
                <c:pt idx="96">
                  <c:v>-93.796947</c:v>
                </c:pt>
                <c:pt idx="97">
                  <c:v>-93.7957766</c:v>
                </c:pt>
                <c:pt idx="98">
                  <c:v>-93.7946017</c:v>
                </c:pt>
                <c:pt idx="99">
                  <c:v>-93.7935537</c:v>
                </c:pt>
                <c:pt idx="100">
                  <c:v>-93.7869329</c:v>
                </c:pt>
                <c:pt idx="101">
                  <c:v>-93.7869275</c:v>
                </c:pt>
                <c:pt idx="102">
                  <c:v>-93.7867397</c:v>
                </c:pt>
                <c:pt idx="103">
                  <c:v>-93.7862021</c:v>
                </c:pt>
                <c:pt idx="104">
                  <c:v>-93.7848493</c:v>
                </c:pt>
                <c:pt idx="105">
                  <c:v>-93.7837298</c:v>
                </c:pt>
                <c:pt idx="106">
                  <c:v>-93.7826745</c:v>
                </c:pt>
                <c:pt idx="107">
                  <c:v>-93.7816338</c:v>
                </c:pt>
                <c:pt idx="108">
                  <c:v>-93.7805799</c:v>
                </c:pt>
                <c:pt idx="109">
                  <c:v>-93.7796487</c:v>
                </c:pt>
                <c:pt idx="110">
                  <c:v>-93.7777569</c:v>
                </c:pt>
                <c:pt idx="111">
                  <c:v>-93.7766696</c:v>
                </c:pt>
                <c:pt idx="112">
                  <c:v>-93.7764706</c:v>
                </c:pt>
                <c:pt idx="113">
                  <c:v>-93.7764675</c:v>
                </c:pt>
                <c:pt idx="114">
                  <c:v>-93.7764897</c:v>
                </c:pt>
                <c:pt idx="115">
                  <c:v>-93.7764996</c:v>
                </c:pt>
                <c:pt idx="116">
                  <c:v>-93.7765046</c:v>
                </c:pt>
                <c:pt idx="117">
                  <c:v>-93.7765455</c:v>
                </c:pt>
                <c:pt idx="118">
                  <c:v>-93.7765455</c:v>
                </c:pt>
                <c:pt idx="119">
                  <c:v>-93.776588</c:v>
                </c:pt>
                <c:pt idx="120">
                  <c:v>-93.7765932</c:v>
                </c:pt>
                <c:pt idx="121">
                  <c:v>-93.776716</c:v>
                </c:pt>
                <c:pt idx="122">
                  <c:v>-93.7766082</c:v>
                </c:pt>
                <c:pt idx="123">
                  <c:v>-93.7766004</c:v>
                </c:pt>
                <c:pt idx="124">
                  <c:v>-93.7765969</c:v>
                </c:pt>
                <c:pt idx="125">
                  <c:v>-93.7765922</c:v>
                </c:pt>
                <c:pt idx="126">
                  <c:v>-93.7765775</c:v>
                </c:pt>
                <c:pt idx="127">
                  <c:v>-93.7765662</c:v>
                </c:pt>
                <c:pt idx="128">
                  <c:v>-93.776556</c:v>
                </c:pt>
                <c:pt idx="129">
                  <c:v>-93.7765466</c:v>
                </c:pt>
                <c:pt idx="130">
                  <c:v>-93.7765367</c:v>
                </c:pt>
                <c:pt idx="131">
                  <c:v>-93.7765276</c:v>
                </c:pt>
                <c:pt idx="132">
                  <c:v>-93.7765148</c:v>
                </c:pt>
                <c:pt idx="133">
                  <c:v>-93.7765124</c:v>
                </c:pt>
                <c:pt idx="134">
                  <c:v>-93.7764998</c:v>
                </c:pt>
                <c:pt idx="135">
                  <c:v>-93.7764862</c:v>
                </c:pt>
                <c:pt idx="136">
                  <c:v>-93.7764874</c:v>
                </c:pt>
                <c:pt idx="137">
                  <c:v>-93.7764842</c:v>
                </c:pt>
                <c:pt idx="138">
                  <c:v>-93.7765009</c:v>
                </c:pt>
                <c:pt idx="139">
                  <c:v>-93.7764904</c:v>
                </c:pt>
                <c:pt idx="140">
                  <c:v>-93.7764683</c:v>
                </c:pt>
                <c:pt idx="141">
                  <c:v>-93.7764424</c:v>
                </c:pt>
                <c:pt idx="142">
                  <c:v>-93.776436</c:v>
                </c:pt>
                <c:pt idx="143">
                  <c:v>-93.7764316</c:v>
                </c:pt>
                <c:pt idx="144">
                  <c:v>-93.776431</c:v>
                </c:pt>
                <c:pt idx="145">
                  <c:v>-93.7764365</c:v>
                </c:pt>
                <c:pt idx="146">
                  <c:v>-93.7764205</c:v>
                </c:pt>
                <c:pt idx="147">
                  <c:v>-93.7764122</c:v>
                </c:pt>
                <c:pt idx="148">
                  <c:v>-93.7763987</c:v>
                </c:pt>
                <c:pt idx="149">
                  <c:v>-93.7763833</c:v>
                </c:pt>
                <c:pt idx="150">
                  <c:v>-93.7763279</c:v>
                </c:pt>
                <c:pt idx="151">
                  <c:v>-93.7763105</c:v>
                </c:pt>
                <c:pt idx="152">
                  <c:v>-93.7763042</c:v>
                </c:pt>
                <c:pt idx="153">
                  <c:v>-93.7763012</c:v>
                </c:pt>
                <c:pt idx="154">
                  <c:v>-93.7763807</c:v>
                </c:pt>
                <c:pt idx="155">
                  <c:v>-93.7815718</c:v>
                </c:pt>
                <c:pt idx="156">
                  <c:v>-93.7826069</c:v>
                </c:pt>
                <c:pt idx="157">
                  <c:v>-93.7836308</c:v>
                </c:pt>
                <c:pt idx="158">
                  <c:v>-93.7854026</c:v>
                </c:pt>
                <c:pt idx="159">
                  <c:v>-93.7863906</c:v>
                </c:pt>
                <c:pt idx="160">
                  <c:v>-93.7894103</c:v>
                </c:pt>
                <c:pt idx="161">
                  <c:v>-93.7941422</c:v>
                </c:pt>
                <c:pt idx="162">
                  <c:v>-93.7953861</c:v>
                </c:pt>
                <c:pt idx="163">
                  <c:v>-93.8089182</c:v>
                </c:pt>
                <c:pt idx="164">
                  <c:v>-93.8098701</c:v>
                </c:pt>
                <c:pt idx="165">
                  <c:v>-93.8107109</c:v>
                </c:pt>
                <c:pt idx="166">
                  <c:v>-93.8116874</c:v>
                </c:pt>
                <c:pt idx="167">
                  <c:v>-93.8147201</c:v>
                </c:pt>
                <c:pt idx="168">
                  <c:v>-93.8153168</c:v>
                </c:pt>
                <c:pt idx="169">
                  <c:v>-93.8158729</c:v>
                </c:pt>
                <c:pt idx="170">
                  <c:v>-93.816762</c:v>
                </c:pt>
                <c:pt idx="171">
                  <c:v>-93.8181612</c:v>
                </c:pt>
                <c:pt idx="172">
                  <c:v>-93.8217879</c:v>
                </c:pt>
                <c:pt idx="173">
                  <c:v>-93.823184</c:v>
                </c:pt>
                <c:pt idx="174">
                  <c:v>-93.8252356</c:v>
                </c:pt>
                <c:pt idx="175">
                  <c:v>-93.8262546</c:v>
                </c:pt>
                <c:pt idx="176">
                  <c:v>-93.8274345</c:v>
                </c:pt>
                <c:pt idx="177">
                  <c:v>-93.8283786</c:v>
                </c:pt>
                <c:pt idx="178">
                  <c:v>-93.8293313</c:v>
                </c:pt>
                <c:pt idx="179">
                  <c:v>-93.8334319</c:v>
                </c:pt>
                <c:pt idx="180">
                  <c:v>-93.8344011</c:v>
                </c:pt>
                <c:pt idx="181">
                  <c:v>-93.8355247</c:v>
                </c:pt>
                <c:pt idx="182">
                  <c:v>-93.836821</c:v>
                </c:pt>
                <c:pt idx="183">
                  <c:v>-93.8387119</c:v>
                </c:pt>
                <c:pt idx="184">
                  <c:v>-93.8399955</c:v>
                </c:pt>
                <c:pt idx="185">
                  <c:v>-93.8409942</c:v>
                </c:pt>
                <c:pt idx="186">
                  <c:v>-93.8413253</c:v>
                </c:pt>
                <c:pt idx="187">
                  <c:v>-93.8421048</c:v>
                </c:pt>
                <c:pt idx="188">
                  <c:v>-93.8455895</c:v>
                </c:pt>
                <c:pt idx="189">
                  <c:v>-93.8468396</c:v>
                </c:pt>
                <c:pt idx="190">
                  <c:v>-93.8479431</c:v>
                </c:pt>
                <c:pt idx="191">
                  <c:v>-93.8491827</c:v>
                </c:pt>
                <c:pt idx="192">
                  <c:v>-93.8502881</c:v>
                </c:pt>
                <c:pt idx="193">
                  <c:v>-93.8514382</c:v>
                </c:pt>
                <c:pt idx="194">
                  <c:v>-93.8532133</c:v>
                </c:pt>
                <c:pt idx="195">
                  <c:v>-93.854225</c:v>
                </c:pt>
                <c:pt idx="196">
                  <c:v>-93.8573487</c:v>
                </c:pt>
                <c:pt idx="197">
                  <c:v>-93.8591009</c:v>
                </c:pt>
                <c:pt idx="198">
                  <c:v>-93.8604883</c:v>
                </c:pt>
                <c:pt idx="199">
                  <c:v>-93.8618239</c:v>
                </c:pt>
                <c:pt idx="200">
                  <c:v>-93.8677365</c:v>
                </c:pt>
                <c:pt idx="201">
                  <c:v>-93.8738576</c:v>
                </c:pt>
                <c:pt idx="202">
                  <c:v>-93.8164947</c:v>
                </c:pt>
                <c:pt idx="203">
                  <c:v>-93.7739449</c:v>
                </c:pt>
                <c:pt idx="204">
                  <c:v>-93.773944</c:v>
                </c:pt>
                <c:pt idx="205">
                  <c:v>-93.7739481</c:v>
                </c:pt>
                <c:pt idx="206">
                  <c:v>-93.7739497</c:v>
                </c:pt>
                <c:pt idx="207">
                  <c:v>-93.773952</c:v>
                </c:pt>
                <c:pt idx="208">
                  <c:v>-93.7739543</c:v>
                </c:pt>
                <c:pt idx="209">
                  <c:v>-93.7739536</c:v>
                </c:pt>
                <c:pt idx="210">
                  <c:v>-93.7739537</c:v>
                </c:pt>
                <c:pt idx="211">
                  <c:v>-93.7739573</c:v>
                </c:pt>
                <c:pt idx="212">
                  <c:v>-93.7739608</c:v>
                </c:pt>
                <c:pt idx="213">
                  <c:v>-93.7739571</c:v>
                </c:pt>
                <c:pt idx="214">
                  <c:v>-93.7739547</c:v>
                </c:pt>
                <c:pt idx="215">
                  <c:v>-93.7740418</c:v>
                </c:pt>
                <c:pt idx="216">
                  <c:v>-93.7740939</c:v>
                </c:pt>
                <c:pt idx="217">
                  <c:v>-93.7750697</c:v>
                </c:pt>
                <c:pt idx="218">
                  <c:v>-93.7764714</c:v>
                </c:pt>
                <c:pt idx="219">
                  <c:v>-93.7767565</c:v>
                </c:pt>
                <c:pt idx="220">
                  <c:v>-93.7767228</c:v>
                </c:pt>
                <c:pt idx="221">
                  <c:v>-93.7766768</c:v>
                </c:pt>
                <c:pt idx="222">
                  <c:v>-93.7766439</c:v>
                </c:pt>
                <c:pt idx="223">
                  <c:v>-93.7766199</c:v>
                </c:pt>
                <c:pt idx="224">
                  <c:v>-93.7766003</c:v>
                </c:pt>
                <c:pt idx="225">
                  <c:v>-93.7769164</c:v>
                </c:pt>
                <c:pt idx="226">
                  <c:v>-93.7782592</c:v>
                </c:pt>
                <c:pt idx="227">
                  <c:v>-93.7823776</c:v>
                </c:pt>
                <c:pt idx="228">
                  <c:v>-93.7852103</c:v>
                </c:pt>
                <c:pt idx="229">
                  <c:v>-93.7878629</c:v>
                </c:pt>
                <c:pt idx="230">
                  <c:v>-93.7907221</c:v>
                </c:pt>
                <c:pt idx="231">
                  <c:v>-93.7934058</c:v>
                </c:pt>
                <c:pt idx="232">
                  <c:v>-93.7956188</c:v>
                </c:pt>
                <c:pt idx="233">
                  <c:v>-93.7960951</c:v>
                </c:pt>
                <c:pt idx="234">
                  <c:v>-93.7961201</c:v>
                </c:pt>
                <c:pt idx="235">
                  <c:v>-93.7961429</c:v>
                </c:pt>
                <c:pt idx="236">
                  <c:v>-93.7961637</c:v>
                </c:pt>
                <c:pt idx="237">
                  <c:v>-93.7961705</c:v>
                </c:pt>
                <c:pt idx="238">
                  <c:v>-93.7962343</c:v>
                </c:pt>
                <c:pt idx="239">
                  <c:v>-93.7962551</c:v>
                </c:pt>
                <c:pt idx="240">
                  <c:v>-93.7962785</c:v>
                </c:pt>
                <c:pt idx="241">
                  <c:v>-93.7962972</c:v>
                </c:pt>
                <c:pt idx="242">
                  <c:v>-93.7963217</c:v>
                </c:pt>
                <c:pt idx="243">
                  <c:v>-93.796357</c:v>
                </c:pt>
                <c:pt idx="244">
                  <c:v>-93.7963813</c:v>
                </c:pt>
                <c:pt idx="245">
                  <c:v>-93.7963947</c:v>
                </c:pt>
                <c:pt idx="246">
                  <c:v>-93.7963943</c:v>
                </c:pt>
                <c:pt idx="247">
                  <c:v>-93.7964163</c:v>
                </c:pt>
                <c:pt idx="248">
                  <c:v>-93.7972868</c:v>
                </c:pt>
                <c:pt idx="249">
                  <c:v>-93.7995781</c:v>
                </c:pt>
                <c:pt idx="250">
                  <c:v>-93.8009009</c:v>
                </c:pt>
                <c:pt idx="251">
                  <c:v>-93.8023782</c:v>
                </c:pt>
                <c:pt idx="252">
                  <c:v>-93.8038388</c:v>
                </c:pt>
                <c:pt idx="253">
                  <c:v>-93.8052351</c:v>
                </c:pt>
                <c:pt idx="254">
                  <c:v>-93.8064944</c:v>
                </c:pt>
                <c:pt idx="255">
                  <c:v>-93.774012</c:v>
                </c:pt>
                <c:pt idx="256">
                  <c:v>-93.7740061</c:v>
                </c:pt>
                <c:pt idx="257">
                  <c:v>-93.7740105</c:v>
                </c:pt>
                <c:pt idx="258">
                  <c:v>-93.774016</c:v>
                </c:pt>
                <c:pt idx="259">
                  <c:v>-93.7740396</c:v>
                </c:pt>
                <c:pt idx="260">
                  <c:v>-93.7740841</c:v>
                </c:pt>
                <c:pt idx="261">
                  <c:v>-93.7743105</c:v>
                </c:pt>
                <c:pt idx="262">
                  <c:v>-93.7763713</c:v>
                </c:pt>
                <c:pt idx="263">
                  <c:v>-93.7767713</c:v>
                </c:pt>
                <c:pt idx="264">
                  <c:v>-93.7767573</c:v>
                </c:pt>
                <c:pt idx="265">
                  <c:v>-93.7767226</c:v>
                </c:pt>
                <c:pt idx="266">
                  <c:v>-93.7767067</c:v>
                </c:pt>
                <c:pt idx="267">
                  <c:v>-93.776669</c:v>
                </c:pt>
                <c:pt idx="268">
                  <c:v>-93.7766231</c:v>
                </c:pt>
                <c:pt idx="269">
                  <c:v>-93.7767554</c:v>
                </c:pt>
                <c:pt idx="270">
                  <c:v>-93.7781043</c:v>
                </c:pt>
                <c:pt idx="271">
                  <c:v>-93.7798788</c:v>
                </c:pt>
                <c:pt idx="272">
                  <c:v>-93.7819701</c:v>
                </c:pt>
                <c:pt idx="273">
                  <c:v>-93.7844536</c:v>
                </c:pt>
                <c:pt idx="274">
                  <c:v>-93.7881455</c:v>
                </c:pt>
                <c:pt idx="275">
                  <c:v>-93.7907074</c:v>
                </c:pt>
                <c:pt idx="276">
                  <c:v>-93.7932953</c:v>
                </c:pt>
                <c:pt idx="277">
                  <c:v>-93.7954808</c:v>
                </c:pt>
                <c:pt idx="278">
                  <c:v>-93.7960799</c:v>
                </c:pt>
                <c:pt idx="279">
                  <c:v>-93.7961</c:v>
                </c:pt>
                <c:pt idx="280">
                  <c:v>-93.7961571</c:v>
                </c:pt>
                <c:pt idx="281">
                  <c:v>-93.7961873</c:v>
                </c:pt>
                <c:pt idx="282">
                  <c:v>-93.796225</c:v>
                </c:pt>
                <c:pt idx="283">
                  <c:v>-93.7962576</c:v>
                </c:pt>
                <c:pt idx="284">
                  <c:v>-93.7963008</c:v>
                </c:pt>
                <c:pt idx="285">
                  <c:v>-93.7963912</c:v>
                </c:pt>
                <c:pt idx="286">
                  <c:v>-93.7964748</c:v>
                </c:pt>
                <c:pt idx="287">
                  <c:v>-93.7975011</c:v>
                </c:pt>
                <c:pt idx="288">
                  <c:v>-93.7992167</c:v>
                </c:pt>
                <c:pt idx="289">
                  <c:v>-93.8010922</c:v>
                </c:pt>
                <c:pt idx="290">
                  <c:v>-93.8028266</c:v>
                </c:pt>
                <c:pt idx="291">
                  <c:v>-93.8060053</c:v>
                </c:pt>
                <c:pt idx="292">
                  <c:v>-93.8153965</c:v>
                </c:pt>
                <c:pt idx="293">
                  <c:v>-93.8154314</c:v>
                </c:pt>
                <c:pt idx="294">
                  <c:v>-93.8154087</c:v>
                </c:pt>
                <c:pt idx="295">
                  <c:v>-93.8153968</c:v>
                </c:pt>
                <c:pt idx="296">
                  <c:v>-93.8153991</c:v>
                </c:pt>
                <c:pt idx="297">
                  <c:v>-93.8154036</c:v>
                </c:pt>
                <c:pt idx="298">
                  <c:v>-93.815407</c:v>
                </c:pt>
                <c:pt idx="299">
                  <c:v>-93.8154205</c:v>
                </c:pt>
                <c:pt idx="300">
                  <c:v>-93.8154471</c:v>
                </c:pt>
                <c:pt idx="301">
                  <c:v>-93.8154544</c:v>
                </c:pt>
                <c:pt idx="302">
                  <c:v>-93.8154658</c:v>
                </c:pt>
                <c:pt idx="303">
                  <c:v>-93.8154832</c:v>
                </c:pt>
                <c:pt idx="304">
                  <c:v>-93.8155046</c:v>
                </c:pt>
                <c:pt idx="305">
                  <c:v>-93.8156226</c:v>
                </c:pt>
                <c:pt idx="306">
                  <c:v>-93.8156383</c:v>
                </c:pt>
                <c:pt idx="307">
                  <c:v>-93.8188442</c:v>
                </c:pt>
                <c:pt idx="308">
                  <c:v>-93.8203661</c:v>
                </c:pt>
                <c:pt idx="309">
                  <c:v>-93.8215661</c:v>
                </c:pt>
                <c:pt idx="310">
                  <c:v>-93.8221743</c:v>
                </c:pt>
                <c:pt idx="311">
                  <c:v>-93.8223735</c:v>
                </c:pt>
                <c:pt idx="312">
                  <c:v>-93.8233348</c:v>
                </c:pt>
                <c:pt idx="313">
                  <c:v>-93.8272974</c:v>
                </c:pt>
                <c:pt idx="314">
                  <c:v>-93.8300886</c:v>
                </c:pt>
                <c:pt idx="315">
                  <c:v>-93.8316169</c:v>
                </c:pt>
                <c:pt idx="316">
                  <c:v>-93.8328895</c:v>
                </c:pt>
                <c:pt idx="317">
                  <c:v>-93.8342147</c:v>
                </c:pt>
                <c:pt idx="318">
                  <c:v>-93.8469172</c:v>
                </c:pt>
                <c:pt idx="319">
                  <c:v>-93.8483067</c:v>
                </c:pt>
                <c:pt idx="320">
                  <c:v>-93.8483391</c:v>
                </c:pt>
                <c:pt idx="321">
                  <c:v>-93.848368</c:v>
                </c:pt>
                <c:pt idx="322">
                  <c:v>-93.8596438</c:v>
                </c:pt>
                <c:pt idx="323">
                  <c:v>-93.8643859</c:v>
                </c:pt>
                <c:pt idx="324">
                  <c:v>-93.84751</c:v>
                </c:pt>
                <c:pt idx="325">
                  <c:v>-93.8460965</c:v>
                </c:pt>
                <c:pt idx="326">
                  <c:v>-93.8453008</c:v>
                </c:pt>
                <c:pt idx="327">
                  <c:v>-93.8351223</c:v>
                </c:pt>
                <c:pt idx="328">
                  <c:v>-93.8351244</c:v>
                </c:pt>
                <c:pt idx="329">
                  <c:v>-93.8350981</c:v>
                </c:pt>
                <c:pt idx="330">
                  <c:v>-93.8350957</c:v>
                </c:pt>
                <c:pt idx="331">
                  <c:v>-93.8350906</c:v>
                </c:pt>
                <c:pt idx="332">
                  <c:v>-93.8350919</c:v>
                </c:pt>
                <c:pt idx="333">
                  <c:v>-93.8350969</c:v>
                </c:pt>
                <c:pt idx="334">
                  <c:v>-93.8351035</c:v>
                </c:pt>
                <c:pt idx="335">
                  <c:v>-93.8351035</c:v>
                </c:pt>
                <c:pt idx="336">
                  <c:v>-93.8351085</c:v>
                </c:pt>
                <c:pt idx="337">
                  <c:v>-93.8351207</c:v>
                </c:pt>
                <c:pt idx="338">
                  <c:v>-93.835116</c:v>
                </c:pt>
                <c:pt idx="339">
                  <c:v>-93.8351225</c:v>
                </c:pt>
                <c:pt idx="340">
                  <c:v>-93.835121</c:v>
                </c:pt>
                <c:pt idx="341">
                  <c:v>-93.8351259</c:v>
                </c:pt>
                <c:pt idx="342">
                  <c:v>-93.8351208</c:v>
                </c:pt>
                <c:pt idx="343">
                  <c:v>-93.8351081</c:v>
                </c:pt>
                <c:pt idx="344">
                  <c:v>-93.8351253</c:v>
                </c:pt>
                <c:pt idx="345">
                  <c:v>-93.803594</c:v>
                </c:pt>
                <c:pt idx="346">
                  <c:v>-93.805812</c:v>
                </c:pt>
                <c:pt idx="347">
                  <c:v>-93.7953778</c:v>
                </c:pt>
                <c:pt idx="348">
                  <c:v>-93.7953757</c:v>
                </c:pt>
                <c:pt idx="349">
                  <c:v>-93.7954058</c:v>
                </c:pt>
                <c:pt idx="350">
                  <c:v>-93.7954068</c:v>
                </c:pt>
                <c:pt idx="351">
                  <c:v>-93.7954105</c:v>
                </c:pt>
                <c:pt idx="352">
                  <c:v>-93.7954149</c:v>
                </c:pt>
                <c:pt idx="353">
                  <c:v>-93.7954326</c:v>
                </c:pt>
                <c:pt idx="354">
                  <c:v>-93.7954375</c:v>
                </c:pt>
                <c:pt idx="355">
                  <c:v>-93.7954731</c:v>
                </c:pt>
                <c:pt idx="356">
                  <c:v>-93.79549</c:v>
                </c:pt>
                <c:pt idx="357">
                  <c:v>-93.7954981</c:v>
                </c:pt>
                <c:pt idx="358">
                  <c:v>-93.7954964</c:v>
                </c:pt>
                <c:pt idx="359">
                  <c:v>-93.7956041</c:v>
                </c:pt>
                <c:pt idx="360">
                  <c:v>-93.7956094</c:v>
                </c:pt>
                <c:pt idx="361">
                  <c:v>-93.7956266</c:v>
                </c:pt>
                <c:pt idx="362">
                  <c:v>-93.7956477</c:v>
                </c:pt>
                <c:pt idx="363">
                  <c:v>-93.7956533</c:v>
                </c:pt>
                <c:pt idx="364">
                  <c:v>-93.7956603</c:v>
                </c:pt>
                <c:pt idx="365">
                  <c:v>-93.7956789</c:v>
                </c:pt>
                <c:pt idx="366">
                  <c:v>-93.7956961</c:v>
                </c:pt>
                <c:pt idx="367">
                  <c:v>-93.7957293</c:v>
                </c:pt>
                <c:pt idx="368">
                  <c:v>-93.7957457</c:v>
                </c:pt>
                <c:pt idx="369">
                  <c:v>-93.7957624</c:v>
                </c:pt>
                <c:pt idx="370">
                  <c:v>-93.795799</c:v>
                </c:pt>
                <c:pt idx="371">
                  <c:v>-93.7958157</c:v>
                </c:pt>
                <c:pt idx="372">
                  <c:v>-93.7958411</c:v>
                </c:pt>
                <c:pt idx="373">
                  <c:v>-93.7958709</c:v>
                </c:pt>
                <c:pt idx="374">
                  <c:v>-93.7958979</c:v>
                </c:pt>
                <c:pt idx="375">
                  <c:v>-93.7959295</c:v>
                </c:pt>
                <c:pt idx="376">
                  <c:v>-93.7959589</c:v>
                </c:pt>
                <c:pt idx="377">
                  <c:v>-93.7959923</c:v>
                </c:pt>
                <c:pt idx="378">
                  <c:v>-93.7960066</c:v>
                </c:pt>
                <c:pt idx="379">
                  <c:v>-93.7960419</c:v>
                </c:pt>
                <c:pt idx="380">
                  <c:v>-93.7960647</c:v>
                </c:pt>
                <c:pt idx="381">
                  <c:v>-93.7960884</c:v>
                </c:pt>
                <c:pt idx="382">
                  <c:v>-93.7960988</c:v>
                </c:pt>
                <c:pt idx="383">
                  <c:v>-93.7961318</c:v>
                </c:pt>
                <c:pt idx="384">
                  <c:v>-93.7961496</c:v>
                </c:pt>
                <c:pt idx="385">
                  <c:v>-93.7961805</c:v>
                </c:pt>
                <c:pt idx="386">
                  <c:v>-93.7962064</c:v>
                </c:pt>
                <c:pt idx="387">
                  <c:v>-93.7962115</c:v>
                </c:pt>
                <c:pt idx="388">
                  <c:v>-93.7962316</c:v>
                </c:pt>
                <c:pt idx="389">
                  <c:v>-93.786397</c:v>
                </c:pt>
                <c:pt idx="390">
                  <c:v>-93.7846608</c:v>
                </c:pt>
                <c:pt idx="391">
                  <c:v>-93.7822816</c:v>
                </c:pt>
                <c:pt idx="392">
                  <c:v>-93.7799792</c:v>
                </c:pt>
                <c:pt idx="393">
                  <c:v>-93.7776588</c:v>
                </c:pt>
                <c:pt idx="394">
                  <c:v>-93.7739799</c:v>
                </c:pt>
                <c:pt idx="395">
                  <c:v>-93.7739816</c:v>
                </c:pt>
                <c:pt idx="396">
                  <c:v>-93.7739819</c:v>
                </c:pt>
                <c:pt idx="397">
                  <c:v>-93.7739845</c:v>
                </c:pt>
                <c:pt idx="398">
                  <c:v>-93.7739865</c:v>
                </c:pt>
                <c:pt idx="399">
                  <c:v>-93.7739926</c:v>
                </c:pt>
                <c:pt idx="400">
                  <c:v>-93.7739915</c:v>
                </c:pt>
                <c:pt idx="401">
                  <c:v>-93.7739909</c:v>
                </c:pt>
                <c:pt idx="402">
                  <c:v>-93.773981</c:v>
                </c:pt>
                <c:pt idx="403">
                  <c:v>-93.7739804</c:v>
                </c:pt>
                <c:pt idx="404">
                  <c:v>-93.7739833</c:v>
                </c:pt>
                <c:pt idx="405">
                  <c:v>-93.7739808</c:v>
                </c:pt>
                <c:pt idx="406">
                  <c:v>-93.7739811</c:v>
                </c:pt>
                <c:pt idx="407">
                  <c:v>-93.7739814</c:v>
                </c:pt>
                <c:pt idx="408">
                  <c:v>-93.7739917</c:v>
                </c:pt>
                <c:pt idx="409">
                  <c:v>-93.7739932</c:v>
                </c:pt>
                <c:pt idx="410">
                  <c:v>-93.7740006</c:v>
                </c:pt>
                <c:pt idx="411">
                  <c:v>-93.7739943</c:v>
                </c:pt>
                <c:pt idx="412">
                  <c:v>-93.7739818</c:v>
                </c:pt>
                <c:pt idx="413">
                  <c:v>-93.7739805</c:v>
                </c:pt>
                <c:pt idx="414">
                  <c:v>-93.7739804</c:v>
                </c:pt>
                <c:pt idx="415">
                  <c:v>-93.7739799</c:v>
                </c:pt>
                <c:pt idx="416">
                  <c:v>-93.7739757</c:v>
                </c:pt>
                <c:pt idx="417">
                  <c:v>-93.773972</c:v>
                </c:pt>
                <c:pt idx="418">
                  <c:v>-93.7739792</c:v>
                </c:pt>
                <c:pt idx="419">
                  <c:v>-93.7739785</c:v>
                </c:pt>
                <c:pt idx="420">
                  <c:v>-93.7739786</c:v>
                </c:pt>
                <c:pt idx="421">
                  <c:v>-93.7739728</c:v>
                </c:pt>
                <c:pt idx="422">
                  <c:v>-93.7739642</c:v>
                </c:pt>
                <c:pt idx="423">
                  <c:v>-93.773966</c:v>
                </c:pt>
                <c:pt idx="424">
                  <c:v>-93.7739722</c:v>
                </c:pt>
                <c:pt idx="425">
                  <c:v>-93.773969</c:v>
                </c:pt>
                <c:pt idx="426">
                  <c:v>-93.7739693</c:v>
                </c:pt>
                <c:pt idx="427">
                  <c:v>-93.7739694</c:v>
                </c:pt>
                <c:pt idx="428">
                  <c:v>-93.7739674</c:v>
                </c:pt>
                <c:pt idx="429">
                  <c:v>-93.7739642</c:v>
                </c:pt>
                <c:pt idx="430">
                  <c:v>-93.7739739</c:v>
                </c:pt>
                <c:pt idx="431">
                  <c:v>-93.7739736</c:v>
                </c:pt>
                <c:pt idx="432">
                  <c:v>-93.7739728</c:v>
                </c:pt>
                <c:pt idx="433">
                  <c:v>-93.7739712</c:v>
                </c:pt>
                <c:pt idx="434">
                  <c:v>-93.7739645</c:v>
                </c:pt>
                <c:pt idx="435">
                  <c:v>-93.7739585</c:v>
                </c:pt>
                <c:pt idx="436">
                  <c:v>-93.7739613</c:v>
                </c:pt>
                <c:pt idx="437">
                  <c:v>-93.7739651</c:v>
                </c:pt>
                <c:pt idx="438">
                  <c:v>-93.7739667</c:v>
                </c:pt>
                <c:pt idx="439">
                  <c:v>-93.7739627</c:v>
                </c:pt>
                <c:pt idx="440">
                  <c:v>-93.7739618</c:v>
                </c:pt>
                <c:pt idx="441">
                  <c:v>-93.7739672</c:v>
                </c:pt>
                <c:pt idx="442">
                  <c:v>-93.7739717</c:v>
                </c:pt>
                <c:pt idx="443">
                  <c:v>-93.7739726</c:v>
                </c:pt>
                <c:pt idx="444">
                  <c:v>-93.7739796</c:v>
                </c:pt>
                <c:pt idx="445">
                  <c:v>-93.7739831</c:v>
                </c:pt>
                <c:pt idx="446">
                  <c:v>-93.7739827</c:v>
                </c:pt>
                <c:pt idx="447">
                  <c:v>-93.7739813</c:v>
                </c:pt>
                <c:pt idx="448">
                  <c:v>-93.7739759</c:v>
                </c:pt>
                <c:pt idx="449">
                  <c:v>-93.7739748</c:v>
                </c:pt>
                <c:pt idx="450">
                  <c:v>-93.7739728</c:v>
                </c:pt>
                <c:pt idx="451">
                  <c:v>-93.7739734</c:v>
                </c:pt>
                <c:pt idx="452">
                  <c:v>-93.7739736</c:v>
                </c:pt>
                <c:pt idx="453">
                  <c:v>-93.7739712</c:v>
                </c:pt>
                <c:pt idx="454">
                  <c:v>-93.773971</c:v>
                </c:pt>
                <c:pt idx="455">
                  <c:v>-93.7739686</c:v>
                </c:pt>
                <c:pt idx="456">
                  <c:v>-93.7739722</c:v>
                </c:pt>
                <c:pt idx="457">
                  <c:v>-93.7739715</c:v>
                </c:pt>
                <c:pt idx="458">
                  <c:v>-93.773974</c:v>
                </c:pt>
                <c:pt idx="459">
                  <c:v>-93.7739722</c:v>
                </c:pt>
                <c:pt idx="460">
                  <c:v>-93.7739688</c:v>
                </c:pt>
                <c:pt idx="461">
                  <c:v>-93.7739687</c:v>
                </c:pt>
                <c:pt idx="462">
                  <c:v>-93.7739715</c:v>
                </c:pt>
                <c:pt idx="463">
                  <c:v>-93.7739773</c:v>
                </c:pt>
                <c:pt idx="464">
                  <c:v>-93.7739751</c:v>
                </c:pt>
                <c:pt idx="465">
                  <c:v>-93.7739733</c:v>
                </c:pt>
                <c:pt idx="466">
                  <c:v>-93.774063</c:v>
                </c:pt>
                <c:pt idx="467">
                  <c:v>-93.7740595</c:v>
                </c:pt>
                <c:pt idx="468">
                  <c:v>-93.774251</c:v>
                </c:pt>
                <c:pt idx="469">
                  <c:v>-93.7753037</c:v>
                </c:pt>
                <c:pt idx="470">
                  <c:v>-93.7764032</c:v>
                </c:pt>
                <c:pt idx="471">
                  <c:v>-93.7767693</c:v>
                </c:pt>
                <c:pt idx="472">
                  <c:v>-93.7767426</c:v>
                </c:pt>
                <c:pt idx="473">
                  <c:v>-93.7766976</c:v>
                </c:pt>
                <c:pt idx="474">
                  <c:v>-93.7766641</c:v>
                </c:pt>
                <c:pt idx="475">
                  <c:v>-93.7766368</c:v>
                </c:pt>
                <c:pt idx="476">
                  <c:v>-93.7766095</c:v>
                </c:pt>
                <c:pt idx="477">
                  <c:v>-93.7765863</c:v>
                </c:pt>
                <c:pt idx="478">
                  <c:v>-93.7765801</c:v>
                </c:pt>
                <c:pt idx="479">
                  <c:v>-93.7765777</c:v>
                </c:pt>
                <c:pt idx="480">
                  <c:v>-93.7765808</c:v>
                </c:pt>
                <c:pt idx="481">
                  <c:v>-93.7765644</c:v>
                </c:pt>
                <c:pt idx="482">
                  <c:v>-93.7765368</c:v>
                </c:pt>
                <c:pt idx="483">
                  <c:v>-93.7765168</c:v>
                </c:pt>
                <c:pt idx="484">
                  <c:v>-93.7764635</c:v>
                </c:pt>
                <c:pt idx="485">
                  <c:v>-93.7764433</c:v>
                </c:pt>
                <c:pt idx="486">
                  <c:v>-93.7763878</c:v>
                </c:pt>
                <c:pt idx="487">
                  <c:v>-93.7763526</c:v>
                </c:pt>
                <c:pt idx="488">
                  <c:v>-93.7763188</c:v>
                </c:pt>
                <c:pt idx="489">
                  <c:v>-93.7762825</c:v>
                </c:pt>
                <c:pt idx="490">
                  <c:v>-93.7762637</c:v>
                </c:pt>
                <c:pt idx="491">
                  <c:v>-93.7767864</c:v>
                </c:pt>
                <c:pt idx="492">
                  <c:v>-93.7842917</c:v>
                </c:pt>
                <c:pt idx="493">
                  <c:v>-93.7880223</c:v>
                </c:pt>
                <c:pt idx="494">
                  <c:v>-93.8067613</c:v>
                </c:pt>
                <c:pt idx="495">
                  <c:v>-93.8116761</c:v>
                </c:pt>
                <c:pt idx="496">
                  <c:v>-93.8138377</c:v>
                </c:pt>
                <c:pt idx="497">
                  <c:v>-93.8153014</c:v>
                </c:pt>
                <c:pt idx="498">
                  <c:v>-93.8153195</c:v>
                </c:pt>
                <c:pt idx="499">
                  <c:v>-93.8154798</c:v>
                </c:pt>
                <c:pt idx="500">
                  <c:v>-93.8155455</c:v>
                </c:pt>
                <c:pt idx="501">
                  <c:v>-93.8155967</c:v>
                </c:pt>
                <c:pt idx="502">
                  <c:v>-93.8156238</c:v>
                </c:pt>
                <c:pt idx="503">
                  <c:v>-93.8192121</c:v>
                </c:pt>
                <c:pt idx="504">
                  <c:v>-93.8223429</c:v>
                </c:pt>
                <c:pt idx="505">
                  <c:v>-93.8305947</c:v>
                </c:pt>
                <c:pt idx="506">
                  <c:v>-93.833989</c:v>
                </c:pt>
                <c:pt idx="507">
                  <c:v>-93.8421039</c:v>
                </c:pt>
                <c:pt idx="508">
                  <c:v>-93.8459946</c:v>
                </c:pt>
                <c:pt idx="509">
                  <c:v>-93.8502552</c:v>
                </c:pt>
                <c:pt idx="510">
                  <c:v>-93.8537986</c:v>
                </c:pt>
                <c:pt idx="511">
                  <c:v>-93.8545162</c:v>
                </c:pt>
                <c:pt idx="512">
                  <c:v>-93.8545097</c:v>
                </c:pt>
                <c:pt idx="513">
                  <c:v>-93.8545099</c:v>
                </c:pt>
                <c:pt idx="514">
                  <c:v>-93.8545036</c:v>
                </c:pt>
                <c:pt idx="515">
                  <c:v>-93.854492</c:v>
                </c:pt>
                <c:pt idx="516">
                  <c:v>-93.8544891</c:v>
                </c:pt>
                <c:pt idx="517">
                  <c:v>-93.8544828</c:v>
                </c:pt>
                <c:pt idx="518">
                  <c:v>-93.8544691</c:v>
                </c:pt>
                <c:pt idx="519">
                  <c:v>-93.8544628</c:v>
                </c:pt>
                <c:pt idx="520">
                  <c:v>-93.8544583</c:v>
                </c:pt>
                <c:pt idx="521">
                  <c:v>-93.8544624</c:v>
                </c:pt>
                <c:pt idx="522">
                  <c:v>-93.8544598</c:v>
                </c:pt>
                <c:pt idx="523">
                  <c:v>-93.8544548</c:v>
                </c:pt>
                <c:pt idx="524">
                  <c:v>-93.8544464</c:v>
                </c:pt>
                <c:pt idx="525">
                  <c:v>-93.8544379</c:v>
                </c:pt>
                <c:pt idx="526">
                  <c:v>-93.8536073</c:v>
                </c:pt>
                <c:pt idx="527">
                  <c:v>-93.8535572</c:v>
                </c:pt>
                <c:pt idx="528">
                  <c:v>-93.8535472</c:v>
                </c:pt>
                <c:pt idx="529">
                  <c:v>-93.8535268</c:v>
                </c:pt>
                <c:pt idx="530">
                  <c:v>-93.8535019</c:v>
                </c:pt>
                <c:pt idx="531">
                  <c:v>-93.8534541</c:v>
                </c:pt>
                <c:pt idx="532">
                  <c:v>-93.8531992</c:v>
                </c:pt>
                <c:pt idx="533">
                  <c:v>-93.8494772</c:v>
                </c:pt>
                <c:pt idx="534">
                  <c:v>-93.8493511</c:v>
                </c:pt>
                <c:pt idx="535">
                  <c:v>-93.8493478</c:v>
                </c:pt>
                <c:pt idx="536">
                  <c:v>-93.8493462</c:v>
                </c:pt>
                <c:pt idx="537">
                  <c:v>-93.8493384</c:v>
                </c:pt>
                <c:pt idx="538">
                  <c:v>-93.8493378</c:v>
                </c:pt>
                <c:pt idx="539">
                  <c:v>-93.8493287</c:v>
                </c:pt>
                <c:pt idx="540">
                  <c:v>-93.8481803</c:v>
                </c:pt>
                <c:pt idx="541">
                  <c:v>-93.843467</c:v>
                </c:pt>
                <c:pt idx="542">
                  <c:v>-93.8422334</c:v>
                </c:pt>
                <c:pt idx="543">
                  <c:v>-93.841809</c:v>
                </c:pt>
                <c:pt idx="544">
                  <c:v>-93.8404041</c:v>
                </c:pt>
                <c:pt idx="545">
                  <c:v>-93.8404346</c:v>
                </c:pt>
                <c:pt idx="546">
                  <c:v>-93.840449</c:v>
                </c:pt>
                <c:pt idx="547">
                  <c:v>-93.8404666</c:v>
                </c:pt>
                <c:pt idx="548">
                  <c:v>-93.8403807</c:v>
                </c:pt>
                <c:pt idx="549">
                  <c:v>-93.840336</c:v>
                </c:pt>
                <c:pt idx="550">
                  <c:v>-93.8407957</c:v>
                </c:pt>
                <c:pt idx="551">
                  <c:v>-93.8414639</c:v>
                </c:pt>
                <c:pt idx="552">
                  <c:v>-93.8436045</c:v>
                </c:pt>
                <c:pt idx="553">
                  <c:v>-93.845754</c:v>
                </c:pt>
                <c:pt idx="554">
                  <c:v>-93.8477954</c:v>
                </c:pt>
                <c:pt idx="555">
                  <c:v>-93.8493039</c:v>
                </c:pt>
                <c:pt idx="556">
                  <c:v>-93.8493028</c:v>
                </c:pt>
                <c:pt idx="557">
                  <c:v>-93.8506898</c:v>
                </c:pt>
                <c:pt idx="558">
                  <c:v>-93.850926</c:v>
                </c:pt>
                <c:pt idx="559">
                  <c:v>-93.8515894</c:v>
                </c:pt>
                <c:pt idx="560">
                  <c:v>-93.8517536</c:v>
                </c:pt>
                <c:pt idx="561">
                  <c:v>-93.8525504</c:v>
                </c:pt>
                <c:pt idx="562">
                  <c:v>-93.8524805</c:v>
                </c:pt>
                <c:pt idx="563">
                  <c:v>-93.8523777</c:v>
                </c:pt>
                <c:pt idx="564">
                  <c:v>-93.7954616</c:v>
                </c:pt>
                <c:pt idx="565">
                  <c:v>-93.7909989</c:v>
                </c:pt>
                <c:pt idx="566">
                  <c:v>-93.7887444</c:v>
                </c:pt>
                <c:pt idx="567">
                  <c:v>-93.782596</c:v>
                </c:pt>
                <c:pt idx="568">
                  <c:v>-93.779572</c:v>
                </c:pt>
                <c:pt idx="569">
                  <c:v>-93.7774322</c:v>
                </c:pt>
                <c:pt idx="570">
                  <c:v>-93.7768172</c:v>
                </c:pt>
                <c:pt idx="571">
                  <c:v>-93.7767675</c:v>
                </c:pt>
                <c:pt idx="572">
                  <c:v>-93.775097</c:v>
                </c:pt>
                <c:pt idx="573">
                  <c:v>-93.7740303</c:v>
                </c:pt>
                <c:pt idx="574">
                  <c:v>-93.7740495</c:v>
                </c:pt>
                <c:pt idx="575">
                  <c:v>-93.7740502</c:v>
                </c:pt>
                <c:pt idx="576">
                  <c:v>-93.7740584</c:v>
                </c:pt>
                <c:pt idx="577">
                  <c:v>-93.7740616</c:v>
                </c:pt>
                <c:pt idx="578">
                  <c:v>-93.7740618</c:v>
                </c:pt>
                <c:pt idx="579">
                  <c:v>-93.7740653</c:v>
                </c:pt>
                <c:pt idx="580">
                  <c:v>-93.7740595</c:v>
                </c:pt>
                <c:pt idx="581">
                  <c:v>-93.7740528</c:v>
                </c:pt>
                <c:pt idx="582">
                  <c:v>-93.7740518</c:v>
                </c:pt>
                <c:pt idx="583">
                  <c:v>-93.7740544</c:v>
                </c:pt>
                <c:pt idx="584">
                  <c:v>-93.7740549</c:v>
                </c:pt>
                <c:pt idx="585">
                  <c:v>-93.7740488</c:v>
                </c:pt>
                <c:pt idx="586">
                  <c:v>-93.7740491</c:v>
                </c:pt>
                <c:pt idx="587">
                  <c:v>-93.7740524</c:v>
                </c:pt>
                <c:pt idx="588">
                  <c:v>-93.7740519</c:v>
                </c:pt>
                <c:pt idx="589">
                  <c:v>-93.7740467</c:v>
                </c:pt>
                <c:pt idx="590">
                  <c:v>-93.7740439</c:v>
                </c:pt>
                <c:pt idx="591">
                  <c:v>-93.7740426</c:v>
                </c:pt>
                <c:pt idx="592">
                  <c:v>-93.7740391</c:v>
                </c:pt>
                <c:pt idx="593">
                  <c:v>-93.7740377</c:v>
                </c:pt>
                <c:pt idx="594">
                  <c:v>-93.7740354</c:v>
                </c:pt>
                <c:pt idx="595">
                  <c:v>-93.7740361</c:v>
                </c:pt>
                <c:pt idx="596">
                  <c:v>-93.7740479</c:v>
                </c:pt>
                <c:pt idx="597">
                  <c:v>-93.7740431</c:v>
                </c:pt>
                <c:pt idx="598">
                  <c:v>-93.7740413</c:v>
                </c:pt>
                <c:pt idx="599">
                  <c:v>-93.7740332</c:v>
                </c:pt>
                <c:pt idx="600">
                  <c:v>-93.7740393</c:v>
                </c:pt>
                <c:pt idx="601">
                  <c:v>-93.7740404</c:v>
                </c:pt>
                <c:pt idx="602">
                  <c:v>-93.7740349</c:v>
                </c:pt>
                <c:pt idx="603">
                  <c:v>-93.774048</c:v>
                </c:pt>
                <c:pt idx="604">
                  <c:v>-93.7747017</c:v>
                </c:pt>
                <c:pt idx="605">
                  <c:v>-93.7760122</c:v>
                </c:pt>
                <c:pt idx="606">
                  <c:v>-93.776685</c:v>
                </c:pt>
                <c:pt idx="607">
                  <c:v>-93.776735</c:v>
                </c:pt>
                <c:pt idx="608">
                  <c:v>-93.7766889</c:v>
                </c:pt>
                <c:pt idx="609">
                  <c:v>-93.7766656</c:v>
                </c:pt>
                <c:pt idx="610">
                  <c:v>-93.7766411</c:v>
                </c:pt>
                <c:pt idx="611">
                  <c:v>-93.7766329</c:v>
                </c:pt>
                <c:pt idx="612">
                  <c:v>-93.7766266</c:v>
                </c:pt>
                <c:pt idx="613">
                  <c:v>-93.7766099</c:v>
                </c:pt>
                <c:pt idx="614">
                  <c:v>-93.7766014</c:v>
                </c:pt>
                <c:pt idx="615">
                  <c:v>-93.7774501</c:v>
                </c:pt>
                <c:pt idx="616">
                  <c:v>-93.7792442</c:v>
                </c:pt>
                <c:pt idx="617">
                  <c:v>-93.7817633</c:v>
                </c:pt>
                <c:pt idx="618">
                  <c:v>-93.7841231</c:v>
                </c:pt>
                <c:pt idx="619">
                  <c:v>-93.7868018</c:v>
                </c:pt>
                <c:pt idx="620">
                  <c:v>-93.789739</c:v>
                </c:pt>
                <c:pt idx="621">
                  <c:v>-93.7917083</c:v>
                </c:pt>
                <c:pt idx="622">
                  <c:v>-93.793989</c:v>
                </c:pt>
                <c:pt idx="623">
                  <c:v>-93.7958118</c:v>
                </c:pt>
                <c:pt idx="624">
                  <c:v>-93.7972566</c:v>
                </c:pt>
                <c:pt idx="625">
                  <c:v>-93.7996669</c:v>
                </c:pt>
                <c:pt idx="626">
                  <c:v>-93.80963</c:v>
                </c:pt>
                <c:pt idx="627">
                  <c:v>-93.8114201</c:v>
                </c:pt>
                <c:pt idx="628">
                  <c:v>-93.8134027</c:v>
                </c:pt>
                <c:pt idx="629">
                  <c:v>-93.8148942</c:v>
                </c:pt>
                <c:pt idx="630">
                  <c:v>-93.8158422</c:v>
                </c:pt>
                <c:pt idx="631">
                  <c:v>-93.8167747</c:v>
                </c:pt>
                <c:pt idx="632">
                  <c:v>-93.8178105</c:v>
                </c:pt>
                <c:pt idx="633">
                  <c:v>-93.820777</c:v>
                </c:pt>
                <c:pt idx="634">
                  <c:v>-93.8282586</c:v>
                </c:pt>
                <c:pt idx="635">
                  <c:v>-93.8303538</c:v>
                </c:pt>
                <c:pt idx="636">
                  <c:v>-93.831482</c:v>
                </c:pt>
                <c:pt idx="637">
                  <c:v>-93.8327237</c:v>
                </c:pt>
                <c:pt idx="638">
                  <c:v>-93.8338443</c:v>
                </c:pt>
                <c:pt idx="639">
                  <c:v>-93.8461639</c:v>
                </c:pt>
                <c:pt idx="640">
                  <c:v>-93.8471503</c:v>
                </c:pt>
                <c:pt idx="641">
                  <c:v>-93.8483193</c:v>
                </c:pt>
                <c:pt idx="642">
                  <c:v>-93.8507702</c:v>
                </c:pt>
                <c:pt idx="643">
                  <c:v>-93.8512022</c:v>
                </c:pt>
                <c:pt idx="644">
                  <c:v>-93.8524457</c:v>
                </c:pt>
                <c:pt idx="645">
                  <c:v>-93.8115206</c:v>
                </c:pt>
                <c:pt idx="646">
                  <c:v>-93.8106142</c:v>
                </c:pt>
                <c:pt idx="647">
                  <c:v>-93.7868662</c:v>
                </c:pt>
                <c:pt idx="648">
                  <c:v>-93.7848696</c:v>
                </c:pt>
                <c:pt idx="649">
                  <c:v>-93.7820924</c:v>
                </c:pt>
                <c:pt idx="650">
                  <c:v>-93.7794017</c:v>
                </c:pt>
                <c:pt idx="651">
                  <c:v>-93.7771877</c:v>
                </c:pt>
                <c:pt idx="652">
                  <c:v>-93.7749733</c:v>
                </c:pt>
                <c:pt idx="653">
                  <c:v>-93.773068</c:v>
                </c:pt>
                <c:pt idx="654">
                  <c:v>-93.7699326</c:v>
                </c:pt>
                <c:pt idx="655">
                  <c:v>-93.767942</c:v>
                </c:pt>
                <c:pt idx="656">
                  <c:v>-93.7658714</c:v>
                </c:pt>
                <c:pt idx="657">
                  <c:v>-93.7636423</c:v>
                </c:pt>
                <c:pt idx="658">
                  <c:v>-93.7616112</c:v>
                </c:pt>
                <c:pt idx="659">
                  <c:v>-93.7594708</c:v>
                </c:pt>
                <c:pt idx="660">
                  <c:v>-93.7562199</c:v>
                </c:pt>
                <c:pt idx="661">
                  <c:v>-93.7539767</c:v>
                </c:pt>
                <c:pt idx="662">
                  <c:v>-93.7520216</c:v>
                </c:pt>
                <c:pt idx="663">
                  <c:v>-93.7499606</c:v>
                </c:pt>
                <c:pt idx="664">
                  <c:v>-93.7372198</c:v>
                </c:pt>
                <c:pt idx="665">
                  <c:v>-93.7349772</c:v>
                </c:pt>
                <c:pt idx="666">
                  <c:v>-93.7331769</c:v>
                </c:pt>
                <c:pt idx="667">
                  <c:v>-93.7314896</c:v>
                </c:pt>
                <c:pt idx="668">
                  <c:v>-93.724853</c:v>
                </c:pt>
                <c:pt idx="669">
                  <c:v>-93.7228413</c:v>
                </c:pt>
                <c:pt idx="670">
                  <c:v>-93.7206514</c:v>
                </c:pt>
                <c:pt idx="671">
                  <c:v>-93.7182388</c:v>
                </c:pt>
                <c:pt idx="672">
                  <c:v>-93.711916</c:v>
                </c:pt>
                <c:pt idx="673">
                  <c:v>-93.7097362</c:v>
                </c:pt>
                <c:pt idx="674">
                  <c:v>-93.7013668</c:v>
                </c:pt>
                <c:pt idx="675">
                  <c:v>-93.6971547</c:v>
                </c:pt>
                <c:pt idx="676">
                  <c:v>-93.6944832</c:v>
                </c:pt>
                <c:pt idx="677">
                  <c:v>-93.7739832</c:v>
                </c:pt>
                <c:pt idx="678">
                  <c:v>-93.7739829</c:v>
                </c:pt>
                <c:pt idx="679">
                  <c:v>-93.7739849</c:v>
                </c:pt>
                <c:pt idx="680">
                  <c:v>-93.7739831</c:v>
                </c:pt>
                <c:pt idx="681">
                  <c:v>-93.7739816</c:v>
                </c:pt>
                <c:pt idx="682">
                  <c:v>-93.7739814</c:v>
                </c:pt>
                <c:pt idx="683">
                  <c:v>-93.7739884</c:v>
                </c:pt>
                <c:pt idx="684">
                  <c:v>-93.7739907</c:v>
                </c:pt>
                <c:pt idx="685">
                  <c:v>-93.7739885</c:v>
                </c:pt>
                <c:pt idx="686">
                  <c:v>-93.7739871</c:v>
                </c:pt>
                <c:pt idx="687">
                  <c:v>-93.7739884</c:v>
                </c:pt>
                <c:pt idx="688">
                  <c:v>-93.7739899</c:v>
                </c:pt>
                <c:pt idx="689">
                  <c:v>-93.7739891</c:v>
                </c:pt>
                <c:pt idx="690">
                  <c:v>-93.7739895</c:v>
                </c:pt>
                <c:pt idx="691">
                  <c:v>-93.7740288</c:v>
                </c:pt>
                <c:pt idx="692">
                  <c:v>-93.7740548</c:v>
                </c:pt>
                <c:pt idx="693">
                  <c:v>-93.7741034</c:v>
                </c:pt>
                <c:pt idx="694">
                  <c:v>-93.7747563</c:v>
                </c:pt>
                <c:pt idx="695">
                  <c:v>-93.7767075</c:v>
                </c:pt>
                <c:pt idx="696">
                  <c:v>-93.7767679</c:v>
                </c:pt>
                <c:pt idx="697">
                  <c:v>-93.7767522</c:v>
                </c:pt>
                <c:pt idx="698">
                  <c:v>-93.7767288</c:v>
                </c:pt>
                <c:pt idx="699">
                  <c:v>-93.7766802</c:v>
                </c:pt>
                <c:pt idx="700">
                  <c:v>-93.7766566</c:v>
                </c:pt>
                <c:pt idx="701">
                  <c:v>-93.7766352</c:v>
                </c:pt>
                <c:pt idx="702">
                  <c:v>-93.77663</c:v>
                </c:pt>
                <c:pt idx="703">
                  <c:v>-93.7747271</c:v>
                </c:pt>
                <c:pt idx="704">
                  <c:v>-93.7746847</c:v>
                </c:pt>
                <c:pt idx="705">
                  <c:v>-93.7740253</c:v>
                </c:pt>
                <c:pt idx="706">
                  <c:v>-93.7728838</c:v>
                </c:pt>
                <c:pt idx="707">
                  <c:v>-93.7717444</c:v>
                </c:pt>
                <c:pt idx="708">
                  <c:v>-93.7704522</c:v>
                </c:pt>
                <c:pt idx="709">
                  <c:v>-93.7622751</c:v>
                </c:pt>
                <c:pt idx="710">
                  <c:v>-93.7608568</c:v>
                </c:pt>
                <c:pt idx="711">
                  <c:v>-93.7598627</c:v>
                </c:pt>
                <c:pt idx="712">
                  <c:v>-93.7526633</c:v>
                </c:pt>
                <c:pt idx="713">
                  <c:v>-93.7517312</c:v>
                </c:pt>
                <c:pt idx="714">
                  <c:v>-93.7507507</c:v>
                </c:pt>
                <c:pt idx="715">
                  <c:v>-93.7497122</c:v>
                </c:pt>
                <c:pt idx="716">
                  <c:v>-93.7488575</c:v>
                </c:pt>
                <c:pt idx="717">
                  <c:v>-93.7430373</c:v>
                </c:pt>
                <c:pt idx="718">
                  <c:v>-93.7420235</c:v>
                </c:pt>
                <c:pt idx="719">
                  <c:v>-93.7411581</c:v>
                </c:pt>
                <c:pt idx="720">
                  <c:v>-93.7401922</c:v>
                </c:pt>
                <c:pt idx="721">
                  <c:v>-93.73871</c:v>
                </c:pt>
                <c:pt idx="722">
                  <c:v>-93.7378736</c:v>
                </c:pt>
                <c:pt idx="723">
                  <c:v>-93.7365415</c:v>
                </c:pt>
                <c:pt idx="724">
                  <c:v>-93.7357093</c:v>
                </c:pt>
                <c:pt idx="725">
                  <c:v>-93.7345791</c:v>
                </c:pt>
                <c:pt idx="726">
                  <c:v>-93.7310208</c:v>
                </c:pt>
                <c:pt idx="727">
                  <c:v>-93.7298464</c:v>
                </c:pt>
                <c:pt idx="728">
                  <c:v>-93.7285236</c:v>
                </c:pt>
                <c:pt idx="729">
                  <c:v>-93.7274778</c:v>
                </c:pt>
                <c:pt idx="730">
                  <c:v>-93.7263659</c:v>
                </c:pt>
                <c:pt idx="731">
                  <c:v>-93.7251407</c:v>
                </c:pt>
                <c:pt idx="732">
                  <c:v>-93.7232573</c:v>
                </c:pt>
                <c:pt idx="733">
                  <c:v>-93.7222973</c:v>
                </c:pt>
                <c:pt idx="734">
                  <c:v>-93.7189998</c:v>
                </c:pt>
                <c:pt idx="735">
                  <c:v>-93.7183403</c:v>
                </c:pt>
                <c:pt idx="736">
                  <c:v>-93.7122363</c:v>
                </c:pt>
                <c:pt idx="737">
                  <c:v>-93.7111089</c:v>
                </c:pt>
                <c:pt idx="738">
                  <c:v>-93.7093201</c:v>
                </c:pt>
                <c:pt idx="739">
                  <c:v>-93.7081567</c:v>
                </c:pt>
                <c:pt idx="740">
                  <c:v>-93.7071692</c:v>
                </c:pt>
                <c:pt idx="741">
                  <c:v>-93.7060739</c:v>
                </c:pt>
                <c:pt idx="742">
                  <c:v>-93.7051353</c:v>
                </c:pt>
                <c:pt idx="743">
                  <c:v>-93.7042475</c:v>
                </c:pt>
                <c:pt idx="744">
                  <c:v>-93.7022045</c:v>
                </c:pt>
                <c:pt idx="745">
                  <c:v>-93.7011243</c:v>
                </c:pt>
                <c:pt idx="746">
                  <c:v>-93.6999007</c:v>
                </c:pt>
                <c:pt idx="747">
                  <c:v>-93.6988662</c:v>
                </c:pt>
                <c:pt idx="748">
                  <c:v>-93.6984783</c:v>
                </c:pt>
                <c:pt idx="749">
                  <c:v>-93.6964365</c:v>
                </c:pt>
                <c:pt idx="750">
                  <c:v>-93.6954196</c:v>
                </c:pt>
                <c:pt idx="751">
                  <c:v>-93.6941744</c:v>
                </c:pt>
                <c:pt idx="752">
                  <c:v>-93.6926789</c:v>
                </c:pt>
                <c:pt idx="753">
                  <c:v>-93.6914866</c:v>
                </c:pt>
                <c:pt idx="754">
                  <c:v>-93.6901691</c:v>
                </c:pt>
                <c:pt idx="755">
                  <c:v>-93.6878518</c:v>
                </c:pt>
                <c:pt idx="756">
                  <c:v>-93.6867169</c:v>
                </c:pt>
                <c:pt idx="757">
                  <c:v>-93.6856238</c:v>
                </c:pt>
                <c:pt idx="758">
                  <c:v>-93.6844655</c:v>
                </c:pt>
                <c:pt idx="759">
                  <c:v>-93.6835708</c:v>
                </c:pt>
                <c:pt idx="760">
                  <c:v>-93.6831044</c:v>
                </c:pt>
                <c:pt idx="761">
                  <c:v>-93.6827638</c:v>
                </c:pt>
                <c:pt idx="762">
                  <c:v>-93.6819482</c:v>
                </c:pt>
                <c:pt idx="763">
                  <c:v>-93.6809856</c:v>
                </c:pt>
                <c:pt idx="764">
                  <c:v>-93.6799492</c:v>
                </c:pt>
                <c:pt idx="765">
                  <c:v>-93.678943</c:v>
                </c:pt>
                <c:pt idx="766">
                  <c:v>-93.6786825</c:v>
                </c:pt>
                <c:pt idx="767">
                  <c:v>-93.6786003</c:v>
                </c:pt>
                <c:pt idx="768">
                  <c:v>-93.6785919</c:v>
                </c:pt>
                <c:pt idx="769">
                  <c:v>-93.6785773</c:v>
                </c:pt>
                <c:pt idx="770">
                  <c:v>-93.6786055</c:v>
                </c:pt>
                <c:pt idx="771">
                  <c:v>-93.6786086</c:v>
                </c:pt>
                <c:pt idx="772">
                  <c:v>-93.6785659</c:v>
                </c:pt>
                <c:pt idx="773">
                  <c:v>-93.6785563</c:v>
                </c:pt>
                <c:pt idx="774">
                  <c:v>-93.678554</c:v>
                </c:pt>
                <c:pt idx="775">
                  <c:v>-93.6785708</c:v>
                </c:pt>
                <c:pt idx="776">
                  <c:v>-93.6785741</c:v>
                </c:pt>
                <c:pt idx="777">
                  <c:v>-93.6785692</c:v>
                </c:pt>
                <c:pt idx="778">
                  <c:v>-93.6815932</c:v>
                </c:pt>
                <c:pt idx="779">
                  <c:v>-93.682554</c:v>
                </c:pt>
                <c:pt idx="780">
                  <c:v>-93.683629</c:v>
                </c:pt>
                <c:pt idx="781">
                  <c:v>-93.6856122</c:v>
                </c:pt>
                <c:pt idx="782">
                  <c:v>-93.6886729</c:v>
                </c:pt>
                <c:pt idx="783">
                  <c:v>-93.6928523</c:v>
                </c:pt>
                <c:pt idx="784">
                  <c:v>-93.6938445</c:v>
                </c:pt>
                <c:pt idx="785">
                  <c:v>-93.6949182</c:v>
                </c:pt>
                <c:pt idx="786">
                  <c:v>-93.6961797</c:v>
                </c:pt>
                <c:pt idx="787">
                  <c:v>-93.6973476</c:v>
                </c:pt>
                <c:pt idx="788">
                  <c:v>-93.6990261</c:v>
                </c:pt>
                <c:pt idx="789">
                  <c:v>-93.7001336</c:v>
                </c:pt>
                <c:pt idx="790">
                  <c:v>-93.70142</c:v>
                </c:pt>
                <c:pt idx="791">
                  <c:v>-93.7026244</c:v>
                </c:pt>
                <c:pt idx="792">
                  <c:v>-93.7038275</c:v>
                </c:pt>
                <c:pt idx="793">
                  <c:v>-93.7142223</c:v>
                </c:pt>
                <c:pt idx="794">
                  <c:v>-93.7152367</c:v>
                </c:pt>
                <c:pt idx="795">
                  <c:v>-93.7163006</c:v>
                </c:pt>
                <c:pt idx="796">
                  <c:v>-93.7182255</c:v>
                </c:pt>
                <c:pt idx="797">
                  <c:v>-93.7195848</c:v>
                </c:pt>
                <c:pt idx="798">
                  <c:v>-93.7206781</c:v>
                </c:pt>
                <c:pt idx="799">
                  <c:v>-93.722755</c:v>
                </c:pt>
                <c:pt idx="800">
                  <c:v>-93.7238735</c:v>
                </c:pt>
                <c:pt idx="801">
                  <c:v>-93.7251343</c:v>
                </c:pt>
                <c:pt idx="802">
                  <c:v>-93.7261908</c:v>
                </c:pt>
                <c:pt idx="803">
                  <c:v>-93.728004</c:v>
                </c:pt>
                <c:pt idx="804">
                  <c:v>-93.7322223</c:v>
                </c:pt>
                <c:pt idx="805">
                  <c:v>-93.7335257</c:v>
                </c:pt>
                <c:pt idx="806">
                  <c:v>-93.7738716</c:v>
                </c:pt>
                <c:pt idx="807">
                  <c:v>-93.7748569</c:v>
                </c:pt>
                <c:pt idx="808">
                  <c:v>-93.776402</c:v>
                </c:pt>
                <c:pt idx="809">
                  <c:v>-93.7763927</c:v>
                </c:pt>
                <c:pt idx="810">
                  <c:v>-93.7763561</c:v>
                </c:pt>
                <c:pt idx="811">
                  <c:v>-93.7396022</c:v>
                </c:pt>
                <c:pt idx="812">
                  <c:v>-93.7373879</c:v>
                </c:pt>
                <c:pt idx="813">
                  <c:v>-93.7307528</c:v>
                </c:pt>
                <c:pt idx="814">
                  <c:v>-93.7294525</c:v>
                </c:pt>
                <c:pt idx="815">
                  <c:v>-93.7283285</c:v>
                </c:pt>
                <c:pt idx="816">
                  <c:v>-93.7272905</c:v>
                </c:pt>
                <c:pt idx="817">
                  <c:v>-93.716341</c:v>
                </c:pt>
                <c:pt idx="818">
                  <c:v>-93.7154349</c:v>
                </c:pt>
                <c:pt idx="819">
                  <c:v>-93.7143584</c:v>
                </c:pt>
                <c:pt idx="820">
                  <c:v>-93.7134607</c:v>
                </c:pt>
                <c:pt idx="821">
                  <c:v>-93.7069566</c:v>
                </c:pt>
                <c:pt idx="822">
                  <c:v>-93.7051501</c:v>
                </c:pt>
                <c:pt idx="823">
                  <c:v>-93.7028857</c:v>
                </c:pt>
                <c:pt idx="824">
                  <c:v>-93.7016988</c:v>
                </c:pt>
                <c:pt idx="825">
                  <c:v>-93.7005753</c:v>
                </c:pt>
                <c:pt idx="826">
                  <c:v>-93.6994084</c:v>
                </c:pt>
                <c:pt idx="827">
                  <c:v>-93.6984259</c:v>
                </c:pt>
                <c:pt idx="828">
                  <c:v>-93.6971475</c:v>
                </c:pt>
                <c:pt idx="829">
                  <c:v>-93.6953421</c:v>
                </c:pt>
                <c:pt idx="830">
                  <c:v>-93.6909723</c:v>
                </c:pt>
                <c:pt idx="831">
                  <c:v>-93.6898754</c:v>
                </c:pt>
                <c:pt idx="832">
                  <c:v>-93.6878865</c:v>
                </c:pt>
                <c:pt idx="833">
                  <c:v>-93.6866755</c:v>
                </c:pt>
                <c:pt idx="834">
                  <c:v>-93.6836315</c:v>
                </c:pt>
                <c:pt idx="835">
                  <c:v>-93.6826584</c:v>
                </c:pt>
                <c:pt idx="836">
                  <c:v>-93.6815773</c:v>
                </c:pt>
                <c:pt idx="837">
                  <c:v>-93.6796782</c:v>
                </c:pt>
                <c:pt idx="838">
                  <c:v>-93.6785259</c:v>
                </c:pt>
                <c:pt idx="839">
                  <c:v>-93.678224</c:v>
                </c:pt>
                <c:pt idx="840">
                  <c:v>-93.678185</c:v>
                </c:pt>
                <c:pt idx="841">
                  <c:v>-93.6782309</c:v>
                </c:pt>
                <c:pt idx="842">
                  <c:v>-93.678281</c:v>
                </c:pt>
                <c:pt idx="843">
                  <c:v>-93.6783254</c:v>
                </c:pt>
                <c:pt idx="844">
                  <c:v>-93.6783064</c:v>
                </c:pt>
                <c:pt idx="845">
                  <c:v>-93.6783011</c:v>
                </c:pt>
                <c:pt idx="846">
                  <c:v>-93.6782986</c:v>
                </c:pt>
                <c:pt idx="847">
                  <c:v>-93.6782954</c:v>
                </c:pt>
                <c:pt idx="848">
                  <c:v>-93.6782953</c:v>
                </c:pt>
                <c:pt idx="849">
                  <c:v>-93.6783012</c:v>
                </c:pt>
                <c:pt idx="850">
                  <c:v>-93.678299</c:v>
                </c:pt>
                <c:pt idx="851">
                  <c:v>-93.6782954</c:v>
                </c:pt>
                <c:pt idx="852">
                  <c:v>-93.6783011</c:v>
                </c:pt>
                <c:pt idx="853">
                  <c:v>-93.678298</c:v>
                </c:pt>
                <c:pt idx="854">
                  <c:v>-93.6782987</c:v>
                </c:pt>
                <c:pt idx="855">
                  <c:v>-93.6783055</c:v>
                </c:pt>
                <c:pt idx="856">
                  <c:v>-93.6783125</c:v>
                </c:pt>
                <c:pt idx="857">
                  <c:v>-93.6783163</c:v>
                </c:pt>
                <c:pt idx="858">
                  <c:v>-93.6783229</c:v>
                </c:pt>
                <c:pt idx="859">
                  <c:v>-93.6783528</c:v>
                </c:pt>
                <c:pt idx="860">
                  <c:v>-93.678391</c:v>
                </c:pt>
                <c:pt idx="861">
                  <c:v>-93.6820403</c:v>
                </c:pt>
                <c:pt idx="862">
                  <c:v>-93.6837466</c:v>
                </c:pt>
                <c:pt idx="863">
                  <c:v>-93.6905161</c:v>
                </c:pt>
                <c:pt idx="864">
                  <c:v>-93.6905135</c:v>
                </c:pt>
                <c:pt idx="865">
                  <c:v>-93.6904996</c:v>
                </c:pt>
                <c:pt idx="866">
                  <c:v>-93.6904834</c:v>
                </c:pt>
                <c:pt idx="867">
                  <c:v>-93.6904941</c:v>
                </c:pt>
                <c:pt idx="868">
                  <c:v>-93.6904871</c:v>
                </c:pt>
                <c:pt idx="869">
                  <c:v>-93.6904456</c:v>
                </c:pt>
                <c:pt idx="870">
                  <c:v>-93.6904261</c:v>
                </c:pt>
                <c:pt idx="871">
                  <c:v>-93.6904179</c:v>
                </c:pt>
                <c:pt idx="872">
                  <c:v>-93.6904465</c:v>
                </c:pt>
                <c:pt idx="873">
                  <c:v>-93.6913634</c:v>
                </c:pt>
                <c:pt idx="874">
                  <c:v>-93.6984526</c:v>
                </c:pt>
                <c:pt idx="875">
                  <c:v>-93.6984685</c:v>
                </c:pt>
                <c:pt idx="876">
                  <c:v>-93.6984417</c:v>
                </c:pt>
                <c:pt idx="877">
                  <c:v>-93.6975806</c:v>
                </c:pt>
                <c:pt idx="878">
                  <c:v>-93.6964664</c:v>
                </c:pt>
                <c:pt idx="879">
                  <c:v>-93.6944551</c:v>
                </c:pt>
                <c:pt idx="880">
                  <c:v>-93.6930984</c:v>
                </c:pt>
                <c:pt idx="881">
                  <c:v>-93.6917893</c:v>
                </c:pt>
                <c:pt idx="882">
                  <c:v>-93.6906612</c:v>
                </c:pt>
                <c:pt idx="883">
                  <c:v>-93.6905247</c:v>
                </c:pt>
                <c:pt idx="884">
                  <c:v>-93.6905261</c:v>
                </c:pt>
                <c:pt idx="885">
                  <c:v>-93.6905104</c:v>
                </c:pt>
                <c:pt idx="886">
                  <c:v>-93.690505</c:v>
                </c:pt>
                <c:pt idx="887">
                  <c:v>-93.6904911</c:v>
                </c:pt>
                <c:pt idx="888">
                  <c:v>-93.6905019</c:v>
                </c:pt>
                <c:pt idx="889">
                  <c:v>-93.6905039</c:v>
                </c:pt>
                <c:pt idx="890">
                  <c:v>-93.6905107</c:v>
                </c:pt>
                <c:pt idx="891">
                  <c:v>-93.6910637</c:v>
                </c:pt>
                <c:pt idx="892">
                  <c:v>-93.6941775</c:v>
                </c:pt>
                <c:pt idx="893">
                  <c:v>-93.6963803</c:v>
                </c:pt>
                <c:pt idx="894">
                  <c:v>-93.6973953</c:v>
                </c:pt>
                <c:pt idx="895">
                  <c:v>-93.6982057</c:v>
                </c:pt>
                <c:pt idx="896">
                  <c:v>-93.6983962</c:v>
                </c:pt>
                <c:pt idx="897">
                  <c:v>-93.6983796</c:v>
                </c:pt>
                <c:pt idx="898">
                  <c:v>-93.6982829</c:v>
                </c:pt>
                <c:pt idx="899">
                  <c:v>-93.6982963</c:v>
                </c:pt>
                <c:pt idx="900">
                  <c:v>-93.6982862</c:v>
                </c:pt>
                <c:pt idx="901">
                  <c:v>-93.6982897</c:v>
                </c:pt>
                <c:pt idx="902">
                  <c:v>-93.6982885</c:v>
                </c:pt>
                <c:pt idx="903">
                  <c:v>-93.6885144</c:v>
                </c:pt>
                <c:pt idx="904">
                  <c:v>-93.6820594</c:v>
                </c:pt>
                <c:pt idx="905">
                  <c:v>-93.6797564</c:v>
                </c:pt>
                <c:pt idx="906">
                  <c:v>-93.6782657</c:v>
                </c:pt>
                <c:pt idx="907">
                  <c:v>-93.678086</c:v>
                </c:pt>
                <c:pt idx="908">
                  <c:v>-93.6779975</c:v>
                </c:pt>
                <c:pt idx="909">
                  <c:v>-93.6779575</c:v>
                </c:pt>
                <c:pt idx="910">
                  <c:v>-93.6945628</c:v>
                </c:pt>
                <c:pt idx="911">
                  <c:v>-93.6971449</c:v>
                </c:pt>
                <c:pt idx="912">
                  <c:v>-93.698669</c:v>
                </c:pt>
                <c:pt idx="913">
                  <c:v>-93.700119</c:v>
                </c:pt>
                <c:pt idx="914">
                  <c:v>-93.701711</c:v>
                </c:pt>
                <c:pt idx="915">
                  <c:v>-93.7072535</c:v>
                </c:pt>
                <c:pt idx="916">
                  <c:v>-93.7375579</c:v>
                </c:pt>
                <c:pt idx="917">
                  <c:v>-93.7392351</c:v>
                </c:pt>
                <c:pt idx="918">
                  <c:v>-93.7546778</c:v>
                </c:pt>
                <c:pt idx="919">
                  <c:v>-93.7573083</c:v>
                </c:pt>
                <c:pt idx="920">
                  <c:v>-93.7633488</c:v>
                </c:pt>
                <c:pt idx="921">
                  <c:v>-93.7954071</c:v>
                </c:pt>
                <c:pt idx="922">
                  <c:v>-93.7953993</c:v>
                </c:pt>
                <c:pt idx="923">
                  <c:v>-93.7953968</c:v>
                </c:pt>
                <c:pt idx="924">
                  <c:v>-93.7952143</c:v>
                </c:pt>
                <c:pt idx="925">
                  <c:v>-93.778887</c:v>
                </c:pt>
                <c:pt idx="926">
                  <c:v>-93.6898187</c:v>
                </c:pt>
                <c:pt idx="927">
                  <c:v>-93.6780162</c:v>
                </c:pt>
                <c:pt idx="928">
                  <c:v>-93.6779345</c:v>
                </c:pt>
                <c:pt idx="929">
                  <c:v>-93.6780161</c:v>
                </c:pt>
                <c:pt idx="930">
                  <c:v>-93.6783532</c:v>
                </c:pt>
                <c:pt idx="931">
                  <c:v>-93.6783629</c:v>
                </c:pt>
                <c:pt idx="932">
                  <c:v>-93.6783715</c:v>
                </c:pt>
                <c:pt idx="933">
                  <c:v>-93.6787419</c:v>
                </c:pt>
                <c:pt idx="934">
                  <c:v>-93.6788213</c:v>
                </c:pt>
                <c:pt idx="935">
                  <c:v>-93.6825203</c:v>
                </c:pt>
                <c:pt idx="936">
                  <c:v>-93.6838363</c:v>
                </c:pt>
                <c:pt idx="937">
                  <c:v>-93.6855478</c:v>
                </c:pt>
                <c:pt idx="938">
                  <c:v>-93.6867766</c:v>
                </c:pt>
                <c:pt idx="939">
                  <c:v>-93.698102</c:v>
                </c:pt>
                <c:pt idx="940">
                  <c:v>-93.6981703</c:v>
                </c:pt>
                <c:pt idx="941">
                  <c:v>-93.6981759</c:v>
                </c:pt>
                <c:pt idx="942">
                  <c:v>-93.6981952</c:v>
                </c:pt>
                <c:pt idx="943">
                  <c:v>-93.6982269</c:v>
                </c:pt>
                <c:pt idx="944">
                  <c:v>-93.6982321</c:v>
                </c:pt>
                <c:pt idx="945">
                  <c:v>-93.6982765</c:v>
                </c:pt>
                <c:pt idx="946">
                  <c:v>-93.698286</c:v>
                </c:pt>
                <c:pt idx="947">
                  <c:v>-93.6982832</c:v>
                </c:pt>
                <c:pt idx="948">
                  <c:v>-93.6983056</c:v>
                </c:pt>
                <c:pt idx="949">
                  <c:v>-93.6983135</c:v>
                </c:pt>
                <c:pt idx="950">
                  <c:v>-93.6983992</c:v>
                </c:pt>
                <c:pt idx="951">
                  <c:v>-93.6985011</c:v>
                </c:pt>
                <c:pt idx="952">
                  <c:v>-93.6985114</c:v>
                </c:pt>
                <c:pt idx="953">
                  <c:v>-93.6985183</c:v>
                </c:pt>
                <c:pt idx="954">
                  <c:v>-93.6985239</c:v>
                </c:pt>
                <c:pt idx="955">
                  <c:v>-93.6986519</c:v>
                </c:pt>
                <c:pt idx="956">
                  <c:v>-93.6986764</c:v>
                </c:pt>
                <c:pt idx="957">
                  <c:v>-93.6986941</c:v>
                </c:pt>
                <c:pt idx="958">
                  <c:v>-93.6986813</c:v>
                </c:pt>
                <c:pt idx="959">
                  <c:v>-93.6986769</c:v>
                </c:pt>
                <c:pt idx="960">
                  <c:v>-93.6986886</c:v>
                </c:pt>
                <c:pt idx="961">
                  <c:v>-93.6986916</c:v>
                </c:pt>
                <c:pt idx="962">
                  <c:v>-93.698708</c:v>
                </c:pt>
                <c:pt idx="963">
                  <c:v>-93.6987032</c:v>
                </c:pt>
                <c:pt idx="964">
                  <c:v>-93.6987105</c:v>
                </c:pt>
                <c:pt idx="965">
                  <c:v>-93.6987088</c:v>
                </c:pt>
                <c:pt idx="966">
                  <c:v>-93.6987119</c:v>
                </c:pt>
                <c:pt idx="967">
                  <c:v>-93.6987133</c:v>
                </c:pt>
                <c:pt idx="968">
                  <c:v>-93.6987074</c:v>
                </c:pt>
                <c:pt idx="969">
                  <c:v>-93.6986983</c:v>
                </c:pt>
                <c:pt idx="970">
                  <c:v>-93.6987363</c:v>
                </c:pt>
                <c:pt idx="971">
                  <c:v>-93.6987436</c:v>
                </c:pt>
                <c:pt idx="972">
                  <c:v>-93.7004833</c:v>
                </c:pt>
                <c:pt idx="973">
                  <c:v>-93.7171766</c:v>
                </c:pt>
                <c:pt idx="974">
                  <c:v>-93.7183485</c:v>
                </c:pt>
                <c:pt idx="975">
                  <c:v>-93.7183768</c:v>
                </c:pt>
                <c:pt idx="976">
                  <c:v>-93.7183357</c:v>
                </c:pt>
                <c:pt idx="977">
                  <c:v>-93.7183329</c:v>
                </c:pt>
                <c:pt idx="978">
                  <c:v>-93.7183342</c:v>
                </c:pt>
                <c:pt idx="979">
                  <c:v>-93.7183089</c:v>
                </c:pt>
                <c:pt idx="980">
                  <c:v>-93.7182965</c:v>
                </c:pt>
                <c:pt idx="981">
                  <c:v>-93.7182818</c:v>
                </c:pt>
                <c:pt idx="982">
                  <c:v>-93.7179742</c:v>
                </c:pt>
                <c:pt idx="983">
                  <c:v>-93.7179683</c:v>
                </c:pt>
                <c:pt idx="984">
                  <c:v>-93.7179705</c:v>
                </c:pt>
                <c:pt idx="985">
                  <c:v>-93.7179884</c:v>
                </c:pt>
                <c:pt idx="986">
                  <c:v>-93.7179854</c:v>
                </c:pt>
                <c:pt idx="987">
                  <c:v>-93.7179527</c:v>
                </c:pt>
                <c:pt idx="988">
                  <c:v>-93.7179426</c:v>
                </c:pt>
                <c:pt idx="989">
                  <c:v>-93.7179375</c:v>
                </c:pt>
                <c:pt idx="990">
                  <c:v>-93.7179442</c:v>
                </c:pt>
                <c:pt idx="991">
                  <c:v>-93.7177252</c:v>
                </c:pt>
                <c:pt idx="992">
                  <c:v>-93.7175918</c:v>
                </c:pt>
                <c:pt idx="993">
                  <c:v>-93.7175826</c:v>
                </c:pt>
                <c:pt idx="994">
                  <c:v>-93.7175737</c:v>
                </c:pt>
                <c:pt idx="995">
                  <c:v>-93.7175618</c:v>
                </c:pt>
                <c:pt idx="996">
                  <c:v>-93.7174495</c:v>
                </c:pt>
                <c:pt idx="997">
                  <c:v>-93.7369698</c:v>
                </c:pt>
                <c:pt idx="998">
                  <c:v>-93.736958</c:v>
                </c:pt>
                <c:pt idx="999">
                  <c:v>-93.7374196</c:v>
                </c:pt>
                <c:pt idx="1000">
                  <c:v>-93.7374299</c:v>
                </c:pt>
                <c:pt idx="1001">
                  <c:v>-93.7374443</c:v>
                </c:pt>
                <c:pt idx="1002">
                  <c:v>-93.7374782</c:v>
                </c:pt>
                <c:pt idx="1003">
                  <c:v>-93.7374918</c:v>
                </c:pt>
                <c:pt idx="1004">
                  <c:v>-93.7375016</c:v>
                </c:pt>
                <c:pt idx="1005">
                  <c:v>-93.7375756</c:v>
                </c:pt>
                <c:pt idx="1006">
                  <c:v>-93.7377091</c:v>
                </c:pt>
                <c:pt idx="1007">
                  <c:v>-93.7377162</c:v>
                </c:pt>
                <c:pt idx="1008">
                  <c:v>-93.7377453</c:v>
                </c:pt>
                <c:pt idx="1009">
                  <c:v>-93.7377486</c:v>
                </c:pt>
                <c:pt idx="1010">
                  <c:v>-93.7377689</c:v>
                </c:pt>
                <c:pt idx="1011">
                  <c:v>-93.7377681</c:v>
                </c:pt>
                <c:pt idx="1012">
                  <c:v>-93.7377794</c:v>
                </c:pt>
                <c:pt idx="1013">
                  <c:v>-93.7377749</c:v>
                </c:pt>
                <c:pt idx="1014">
                  <c:v>-93.7377973</c:v>
                </c:pt>
                <c:pt idx="1015">
                  <c:v>-93.737806</c:v>
                </c:pt>
                <c:pt idx="1016">
                  <c:v>-93.7378105</c:v>
                </c:pt>
                <c:pt idx="1017">
                  <c:v>-93.7573088</c:v>
                </c:pt>
                <c:pt idx="1018">
                  <c:v>-93.7572838</c:v>
                </c:pt>
                <c:pt idx="1019">
                  <c:v>-93.7572627</c:v>
                </c:pt>
                <c:pt idx="1020">
                  <c:v>-93.757239</c:v>
                </c:pt>
                <c:pt idx="1021">
                  <c:v>-93.7571951</c:v>
                </c:pt>
                <c:pt idx="1022">
                  <c:v>-93.7570749</c:v>
                </c:pt>
                <c:pt idx="1023">
                  <c:v>-93.7570482</c:v>
                </c:pt>
                <c:pt idx="1024">
                  <c:v>-93.7570403</c:v>
                </c:pt>
                <c:pt idx="1025">
                  <c:v>-93.7570312</c:v>
                </c:pt>
                <c:pt idx="1026">
                  <c:v>-93.7570225</c:v>
                </c:pt>
                <c:pt idx="1027">
                  <c:v>-93.7569882</c:v>
                </c:pt>
                <c:pt idx="1028">
                  <c:v>-93.7569708</c:v>
                </c:pt>
                <c:pt idx="1029">
                  <c:v>-93.7569594</c:v>
                </c:pt>
                <c:pt idx="1030">
                  <c:v>-93.7569337</c:v>
                </c:pt>
                <c:pt idx="1031">
                  <c:v>-93.7569197</c:v>
                </c:pt>
                <c:pt idx="1032">
                  <c:v>-93.7568975</c:v>
                </c:pt>
                <c:pt idx="1033">
                  <c:v>-93.756884</c:v>
                </c:pt>
                <c:pt idx="1034">
                  <c:v>-93.7564418</c:v>
                </c:pt>
                <c:pt idx="1035">
                  <c:v>-93.7564469</c:v>
                </c:pt>
                <c:pt idx="1036">
                  <c:v>-93.7564259</c:v>
                </c:pt>
                <c:pt idx="1037">
                  <c:v>-93.7564197</c:v>
                </c:pt>
              </c:numCache>
            </c:numRef>
          </c:xVal>
          <c:yVal>
            <c:numRef>
              <c:f>Sheet1!$B$2:$B$1039</c:f>
              <c:numCache>
                <c:formatCode>General</c:formatCode>
                <c:ptCount val="1038"/>
                <c:pt idx="0">
                  <c:v>42.020549</c:v>
                </c:pt>
                <c:pt idx="1">
                  <c:v>42.0197098</c:v>
                </c:pt>
                <c:pt idx="2">
                  <c:v>42.019541</c:v>
                </c:pt>
                <c:pt idx="3">
                  <c:v>42.0195389</c:v>
                </c:pt>
                <c:pt idx="4">
                  <c:v>42.0192923</c:v>
                </c:pt>
                <c:pt idx="5">
                  <c:v>42.0188024</c:v>
                </c:pt>
                <c:pt idx="6">
                  <c:v>42.0183304</c:v>
                </c:pt>
                <c:pt idx="7">
                  <c:v>42.0173866</c:v>
                </c:pt>
                <c:pt idx="8">
                  <c:v>42.016736</c:v>
                </c:pt>
                <c:pt idx="9">
                  <c:v>42.0159025</c:v>
                </c:pt>
                <c:pt idx="10">
                  <c:v>42.0150944</c:v>
                </c:pt>
                <c:pt idx="11">
                  <c:v>42.0142564</c:v>
                </c:pt>
                <c:pt idx="12">
                  <c:v>42.0133622</c:v>
                </c:pt>
                <c:pt idx="13">
                  <c:v>42.0118831</c:v>
                </c:pt>
                <c:pt idx="14">
                  <c:v>42.0110877</c:v>
                </c:pt>
                <c:pt idx="15">
                  <c:v>42.010212</c:v>
                </c:pt>
                <c:pt idx="16">
                  <c:v>42.009554</c:v>
                </c:pt>
                <c:pt idx="17">
                  <c:v>42.0089612</c:v>
                </c:pt>
                <c:pt idx="18">
                  <c:v>42.0088608</c:v>
                </c:pt>
                <c:pt idx="19">
                  <c:v>42.0088387</c:v>
                </c:pt>
                <c:pt idx="20">
                  <c:v>42.0088225</c:v>
                </c:pt>
                <c:pt idx="21">
                  <c:v>42.0088152</c:v>
                </c:pt>
                <c:pt idx="22">
                  <c:v>42.0087947</c:v>
                </c:pt>
                <c:pt idx="23">
                  <c:v>42.008777</c:v>
                </c:pt>
                <c:pt idx="24">
                  <c:v>42.0087564</c:v>
                </c:pt>
                <c:pt idx="25">
                  <c:v>42.0087354</c:v>
                </c:pt>
                <c:pt idx="26">
                  <c:v>42.0087146</c:v>
                </c:pt>
                <c:pt idx="27">
                  <c:v>42.0086983</c:v>
                </c:pt>
                <c:pt idx="28">
                  <c:v>42.0086843</c:v>
                </c:pt>
                <c:pt idx="29">
                  <c:v>42.0086637</c:v>
                </c:pt>
                <c:pt idx="30">
                  <c:v>42.0086475</c:v>
                </c:pt>
                <c:pt idx="31">
                  <c:v>42.0086145</c:v>
                </c:pt>
                <c:pt idx="32">
                  <c:v>42.0085989</c:v>
                </c:pt>
                <c:pt idx="33">
                  <c:v>42.0085892</c:v>
                </c:pt>
                <c:pt idx="34">
                  <c:v>42.0085677</c:v>
                </c:pt>
                <c:pt idx="35">
                  <c:v>42.0085584</c:v>
                </c:pt>
                <c:pt idx="36">
                  <c:v>42.0085562</c:v>
                </c:pt>
                <c:pt idx="37">
                  <c:v>42.0085485</c:v>
                </c:pt>
                <c:pt idx="38">
                  <c:v>42.0085465</c:v>
                </c:pt>
                <c:pt idx="39">
                  <c:v>42.0085427</c:v>
                </c:pt>
                <c:pt idx="40">
                  <c:v>42.0085311</c:v>
                </c:pt>
                <c:pt idx="41">
                  <c:v>42.0085382</c:v>
                </c:pt>
                <c:pt idx="42">
                  <c:v>42.0085376</c:v>
                </c:pt>
                <c:pt idx="43">
                  <c:v>42.0085378</c:v>
                </c:pt>
                <c:pt idx="44">
                  <c:v>42.0085399</c:v>
                </c:pt>
                <c:pt idx="45">
                  <c:v>42.0085361</c:v>
                </c:pt>
                <c:pt idx="46">
                  <c:v>42.0085462</c:v>
                </c:pt>
                <c:pt idx="47">
                  <c:v>42.0085542</c:v>
                </c:pt>
                <c:pt idx="48">
                  <c:v>42.0085546</c:v>
                </c:pt>
                <c:pt idx="49">
                  <c:v>42.0085336</c:v>
                </c:pt>
                <c:pt idx="50">
                  <c:v>42.0085253</c:v>
                </c:pt>
                <c:pt idx="51">
                  <c:v>42.0085111</c:v>
                </c:pt>
                <c:pt idx="52">
                  <c:v>42.0084972</c:v>
                </c:pt>
                <c:pt idx="53">
                  <c:v>42.0084217</c:v>
                </c:pt>
                <c:pt idx="54">
                  <c:v>42.0043975</c:v>
                </c:pt>
                <c:pt idx="55">
                  <c:v>42.0042281</c:v>
                </c:pt>
                <c:pt idx="56">
                  <c:v>42.0026259</c:v>
                </c:pt>
                <c:pt idx="57">
                  <c:v>42.0014992</c:v>
                </c:pt>
                <c:pt idx="58">
                  <c:v>41.9999106</c:v>
                </c:pt>
                <c:pt idx="59">
                  <c:v>41.999911</c:v>
                </c:pt>
                <c:pt idx="60">
                  <c:v>41.9999097</c:v>
                </c:pt>
                <c:pt idx="61">
                  <c:v>41.9999089</c:v>
                </c:pt>
                <c:pt idx="62">
                  <c:v>41.9999056</c:v>
                </c:pt>
                <c:pt idx="63">
                  <c:v>41.999901</c:v>
                </c:pt>
                <c:pt idx="64">
                  <c:v>41.999894</c:v>
                </c:pt>
                <c:pt idx="65">
                  <c:v>41.9998726</c:v>
                </c:pt>
                <c:pt idx="66">
                  <c:v>41.9992055</c:v>
                </c:pt>
                <c:pt idx="67">
                  <c:v>41.9982056</c:v>
                </c:pt>
                <c:pt idx="68">
                  <c:v>41.99709</c:v>
                </c:pt>
                <c:pt idx="69">
                  <c:v>41.9941505</c:v>
                </c:pt>
                <c:pt idx="70">
                  <c:v>41.9941615</c:v>
                </c:pt>
                <c:pt idx="71">
                  <c:v>41.9941788</c:v>
                </c:pt>
                <c:pt idx="72">
                  <c:v>41.9941895</c:v>
                </c:pt>
                <c:pt idx="73">
                  <c:v>41.9942023</c:v>
                </c:pt>
                <c:pt idx="74">
                  <c:v>41.9942474</c:v>
                </c:pt>
                <c:pt idx="75">
                  <c:v>41.9942579</c:v>
                </c:pt>
                <c:pt idx="76">
                  <c:v>41.9942649</c:v>
                </c:pt>
                <c:pt idx="77">
                  <c:v>41.9942687</c:v>
                </c:pt>
                <c:pt idx="78">
                  <c:v>41.9942738</c:v>
                </c:pt>
                <c:pt idx="79">
                  <c:v>41.9942777</c:v>
                </c:pt>
                <c:pt idx="80">
                  <c:v>41.994288</c:v>
                </c:pt>
                <c:pt idx="81">
                  <c:v>41.9942898</c:v>
                </c:pt>
                <c:pt idx="82">
                  <c:v>41.9942982</c:v>
                </c:pt>
                <c:pt idx="83">
                  <c:v>41.9942922</c:v>
                </c:pt>
                <c:pt idx="84">
                  <c:v>41.9942767</c:v>
                </c:pt>
                <c:pt idx="85">
                  <c:v>41.9942693</c:v>
                </c:pt>
                <c:pt idx="86">
                  <c:v>41.9942558</c:v>
                </c:pt>
                <c:pt idx="87">
                  <c:v>41.9942165</c:v>
                </c:pt>
                <c:pt idx="88">
                  <c:v>41.9942071</c:v>
                </c:pt>
                <c:pt idx="89">
                  <c:v>41.994197</c:v>
                </c:pt>
                <c:pt idx="90">
                  <c:v>41.9941781</c:v>
                </c:pt>
                <c:pt idx="91">
                  <c:v>41.994141</c:v>
                </c:pt>
                <c:pt idx="92">
                  <c:v>41.9940677</c:v>
                </c:pt>
                <c:pt idx="93">
                  <c:v>41.9942881</c:v>
                </c:pt>
                <c:pt idx="94">
                  <c:v>41.9941395</c:v>
                </c:pt>
                <c:pt idx="95">
                  <c:v>41.9941266</c:v>
                </c:pt>
                <c:pt idx="96">
                  <c:v>41.9940836</c:v>
                </c:pt>
                <c:pt idx="97">
                  <c:v>41.9940892</c:v>
                </c:pt>
                <c:pt idx="98">
                  <c:v>41.9941008</c:v>
                </c:pt>
                <c:pt idx="99">
                  <c:v>41.9941187</c:v>
                </c:pt>
                <c:pt idx="100">
                  <c:v>41.9941881</c:v>
                </c:pt>
                <c:pt idx="101">
                  <c:v>41.9941893</c:v>
                </c:pt>
                <c:pt idx="102">
                  <c:v>41.9941948</c:v>
                </c:pt>
                <c:pt idx="103">
                  <c:v>41.9942089</c:v>
                </c:pt>
                <c:pt idx="104">
                  <c:v>41.9942179</c:v>
                </c:pt>
                <c:pt idx="105">
                  <c:v>41.9942303</c:v>
                </c:pt>
                <c:pt idx="106">
                  <c:v>41.9942376</c:v>
                </c:pt>
                <c:pt idx="107">
                  <c:v>41.9942386</c:v>
                </c:pt>
                <c:pt idx="108">
                  <c:v>41.994245</c:v>
                </c:pt>
                <c:pt idx="109">
                  <c:v>41.9942557</c:v>
                </c:pt>
                <c:pt idx="110">
                  <c:v>41.994279</c:v>
                </c:pt>
                <c:pt idx="111">
                  <c:v>41.9942911</c:v>
                </c:pt>
                <c:pt idx="112">
                  <c:v>41.997806</c:v>
                </c:pt>
                <c:pt idx="113">
                  <c:v>41.9984495</c:v>
                </c:pt>
                <c:pt idx="114">
                  <c:v>41.9992013</c:v>
                </c:pt>
                <c:pt idx="115">
                  <c:v>41.9998694</c:v>
                </c:pt>
                <c:pt idx="116">
                  <c:v>42.0005936</c:v>
                </c:pt>
                <c:pt idx="117">
                  <c:v>42.0036638</c:v>
                </c:pt>
                <c:pt idx="118">
                  <c:v>42.0043138</c:v>
                </c:pt>
                <c:pt idx="119">
                  <c:v>42.0075498</c:v>
                </c:pt>
                <c:pt idx="120">
                  <c:v>42.0084308</c:v>
                </c:pt>
                <c:pt idx="121">
                  <c:v>42.0088685</c:v>
                </c:pt>
                <c:pt idx="122">
                  <c:v>42.0089282</c:v>
                </c:pt>
                <c:pt idx="123">
                  <c:v>42.0087768</c:v>
                </c:pt>
                <c:pt idx="124">
                  <c:v>42.0087359</c:v>
                </c:pt>
                <c:pt idx="125">
                  <c:v>42.0079104</c:v>
                </c:pt>
                <c:pt idx="126">
                  <c:v>42.0071344</c:v>
                </c:pt>
                <c:pt idx="127">
                  <c:v>42.006297</c:v>
                </c:pt>
                <c:pt idx="128">
                  <c:v>42.0056014</c:v>
                </c:pt>
                <c:pt idx="129">
                  <c:v>42.0048883</c:v>
                </c:pt>
                <c:pt idx="130">
                  <c:v>42.0040982</c:v>
                </c:pt>
                <c:pt idx="131">
                  <c:v>42.0029743</c:v>
                </c:pt>
                <c:pt idx="132">
                  <c:v>42.0020908</c:v>
                </c:pt>
                <c:pt idx="133">
                  <c:v>42.0012716</c:v>
                </c:pt>
                <c:pt idx="134">
                  <c:v>42.000371</c:v>
                </c:pt>
                <c:pt idx="135">
                  <c:v>41.9994291</c:v>
                </c:pt>
                <c:pt idx="136">
                  <c:v>41.9985943</c:v>
                </c:pt>
                <c:pt idx="137">
                  <c:v>41.9978777</c:v>
                </c:pt>
                <c:pt idx="138">
                  <c:v>41.997606</c:v>
                </c:pt>
                <c:pt idx="139">
                  <c:v>41.9971549</c:v>
                </c:pt>
                <c:pt idx="140">
                  <c:v>41.9964741</c:v>
                </c:pt>
                <c:pt idx="141">
                  <c:v>41.9935343</c:v>
                </c:pt>
                <c:pt idx="142">
                  <c:v>41.992691</c:v>
                </c:pt>
                <c:pt idx="143">
                  <c:v>41.9917011</c:v>
                </c:pt>
                <c:pt idx="144">
                  <c:v>41.9907072</c:v>
                </c:pt>
                <c:pt idx="145">
                  <c:v>41.9898335</c:v>
                </c:pt>
                <c:pt idx="146">
                  <c:v>41.9888897</c:v>
                </c:pt>
                <c:pt idx="147">
                  <c:v>41.9873711</c:v>
                </c:pt>
                <c:pt idx="148">
                  <c:v>41.9862936</c:v>
                </c:pt>
                <c:pt idx="149">
                  <c:v>41.9852921</c:v>
                </c:pt>
                <c:pt idx="150">
                  <c:v>41.9807078</c:v>
                </c:pt>
                <c:pt idx="151">
                  <c:v>41.9800382</c:v>
                </c:pt>
                <c:pt idx="152">
                  <c:v>41.9798923</c:v>
                </c:pt>
                <c:pt idx="153">
                  <c:v>41.979902</c:v>
                </c:pt>
                <c:pt idx="154">
                  <c:v>41.9797554</c:v>
                </c:pt>
                <c:pt idx="155">
                  <c:v>41.9796981</c:v>
                </c:pt>
                <c:pt idx="156">
                  <c:v>41.9796934</c:v>
                </c:pt>
                <c:pt idx="157">
                  <c:v>41.9796759</c:v>
                </c:pt>
                <c:pt idx="158">
                  <c:v>41.9796688</c:v>
                </c:pt>
                <c:pt idx="159">
                  <c:v>41.9796702</c:v>
                </c:pt>
                <c:pt idx="160">
                  <c:v>41.9796392</c:v>
                </c:pt>
                <c:pt idx="161">
                  <c:v>41.9796164</c:v>
                </c:pt>
                <c:pt idx="162">
                  <c:v>41.9796042</c:v>
                </c:pt>
                <c:pt idx="163">
                  <c:v>41.9796044</c:v>
                </c:pt>
                <c:pt idx="164">
                  <c:v>41.9796044</c:v>
                </c:pt>
                <c:pt idx="165">
                  <c:v>41.9795916</c:v>
                </c:pt>
                <c:pt idx="166">
                  <c:v>41.9796001</c:v>
                </c:pt>
                <c:pt idx="167">
                  <c:v>41.9795889</c:v>
                </c:pt>
                <c:pt idx="168">
                  <c:v>41.9795934</c:v>
                </c:pt>
                <c:pt idx="169">
                  <c:v>41.9795781</c:v>
                </c:pt>
                <c:pt idx="170">
                  <c:v>41.9795734</c:v>
                </c:pt>
                <c:pt idx="171">
                  <c:v>41.9795744</c:v>
                </c:pt>
                <c:pt idx="172">
                  <c:v>41.9795617</c:v>
                </c:pt>
                <c:pt idx="173">
                  <c:v>41.979566</c:v>
                </c:pt>
                <c:pt idx="174">
                  <c:v>41.9795647</c:v>
                </c:pt>
                <c:pt idx="175">
                  <c:v>41.9795572</c:v>
                </c:pt>
                <c:pt idx="176">
                  <c:v>41.9795527</c:v>
                </c:pt>
                <c:pt idx="177">
                  <c:v>41.9795562</c:v>
                </c:pt>
                <c:pt idx="178">
                  <c:v>41.9795658</c:v>
                </c:pt>
                <c:pt idx="179">
                  <c:v>41.9795537</c:v>
                </c:pt>
                <c:pt idx="180">
                  <c:v>41.9795494</c:v>
                </c:pt>
                <c:pt idx="181">
                  <c:v>41.9795499</c:v>
                </c:pt>
                <c:pt idx="182">
                  <c:v>41.9795685</c:v>
                </c:pt>
                <c:pt idx="183">
                  <c:v>41.9795853</c:v>
                </c:pt>
                <c:pt idx="184">
                  <c:v>41.9795922</c:v>
                </c:pt>
                <c:pt idx="185">
                  <c:v>41.9796036</c:v>
                </c:pt>
                <c:pt idx="186">
                  <c:v>41.9796159</c:v>
                </c:pt>
                <c:pt idx="187">
                  <c:v>41.9796168</c:v>
                </c:pt>
                <c:pt idx="188">
                  <c:v>41.9796363</c:v>
                </c:pt>
                <c:pt idx="189">
                  <c:v>41.9796336</c:v>
                </c:pt>
                <c:pt idx="190">
                  <c:v>41.9796311</c:v>
                </c:pt>
                <c:pt idx="191">
                  <c:v>41.9796449</c:v>
                </c:pt>
                <c:pt idx="192">
                  <c:v>41.9796505</c:v>
                </c:pt>
                <c:pt idx="193">
                  <c:v>41.9796582</c:v>
                </c:pt>
                <c:pt idx="194">
                  <c:v>41.9796543</c:v>
                </c:pt>
                <c:pt idx="195">
                  <c:v>41.9796455</c:v>
                </c:pt>
                <c:pt idx="196">
                  <c:v>41.9795972</c:v>
                </c:pt>
                <c:pt idx="197">
                  <c:v>41.979577</c:v>
                </c:pt>
                <c:pt idx="198">
                  <c:v>41.9795602</c:v>
                </c:pt>
                <c:pt idx="199">
                  <c:v>41.9795475</c:v>
                </c:pt>
                <c:pt idx="200">
                  <c:v>41.9794547</c:v>
                </c:pt>
                <c:pt idx="201">
                  <c:v>41.9807579</c:v>
                </c:pt>
                <c:pt idx="202">
                  <c:v>41.97961</c:v>
                </c:pt>
                <c:pt idx="203">
                  <c:v>42.0212487</c:v>
                </c:pt>
                <c:pt idx="204">
                  <c:v>42.0212489</c:v>
                </c:pt>
                <c:pt idx="205">
                  <c:v>42.0212506</c:v>
                </c:pt>
                <c:pt idx="206">
                  <c:v>42.0212525</c:v>
                </c:pt>
                <c:pt idx="207">
                  <c:v>42.0212518</c:v>
                </c:pt>
                <c:pt idx="208">
                  <c:v>42.0212513</c:v>
                </c:pt>
                <c:pt idx="209">
                  <c:v>42.0212494</c:v>
                </c:pt>
                <c:pt idx="210">
                  <c:v>42.0212497</c:v>
                </c:pt>
                <c:pt idx="211">
                  <c:v>42.0212477</c:v>
                </c:pt>
                <c:pt idx="212">
                  <c:v>42.021248</c:v>
                </c:pt>
                <c:pt idx="213">
                  <c:v>42.0212527</c:v>
                </c:pt>
                <c:pt idx="214">
                  <c:v>42.0212546</c:v>
                </c:pt>
                <c:pt idx="215">
                  <c:v>42.0212647</c:v>
                </c:pt>
                <c:pt idx="216">
                  <c:v>42.020715</c:v>
                </c:pt>
                <c:pt idx="217">
                  <c:v>42.0206155</c:v>
                </c:pt>
                <c:pt idx="218">
                  <c:v>42.0206027</c:v>
                </c:pt>
                <c:pt idx="219">
                  <c:v>42.0199051</c:v>
                </c:pt>
                <c:pt idx="220">
                  <c:v>42.0185827</c:v>
                </c:pt>
                <c:pt idx="221">
                  <c:v>42.0156095</c:v>
                </c:pt>
                <c:pt idx="222">
                  <c:v>42.0133517</c:v>
                </c:pt>
                <c:pt idx="223">
                  <c:v>42.0111863</c:v>
                </c:pt>
                <c:pt idx="224">
                  <c:v>42.0094993</c:v>
                </c:pt>
                <c:pt idx="225">
                  <c:v>42.0088934</c:v>
                </c:pt>
                <c:pt idx="226">
                  <c:v>42.0088668</c:v>
                </c:pt>
                <c:pt idx="227">
                  <c:v>42.0088057</c:v>
                </c:pt>
                <c:pt idx="228">
                  <c:v>42.0087383</c:v>
                </c:pt>
                <c:pt idx="229">
                  <c:v>42.0086642</c:v>
                </c:pt>
                <c:pt idx="230">
                  <c:v>42.0086237</c:v>
                </c:pt>
                <c:pt idx="231">
                  <c:v>42.008588</c:v>
                </c:pt>
                <c:pt idx="232">
                  <c:v>42.008565</c:v>
                </c:pt>
                <c:pt idx="233">
                  <c:v>42.0095523</c:v>
                </c:pt>
                <c:pt idx="234">
                  <c:v>42.0104281</c:v>
                </c:pt>
                <c:pt idx="235">
                  <c:v>42.0111392</c:v>
                </c:pt>
                <c:pt idx="236">
                  <c:v>42.0118372</c:v>
                </c:pt>
                <c:pt idx="237">
                  <c:v>42.0126787</c:v>
                </c:pt>
                <c:pt idx="238">
                  <c:v>42.01554</c:v>
                </c:pt>
                <c:pt idx="239">
                  <c:v>42.0163281</c:v>
                </c:pt>
                <c:pt idx="240">
                  <c:v>42.0171256</c:v>
                </c:pt>
                <c:pt idx="241">
                  <c:v>42.018001</c:v>
                </c:pt>
                <c:pt idx="242">
                  <c:v>42.018927</c:v>
                </c:pt>
                <c:pt idx="243">
                  <c:v>42.020351</c:v>
                </c:pt>
                <c:pt idx="244">
                  <c:v>42.0213751</c:v>
                </c:pt>
                <c:pt idx="245">
                  <c:v>42.022287</c:v>
                </c:pt>
                <c:pt idx="246">
                  <c:v>42.0229677</c:v>
                </c:pt>
                <c:pt idx="247">
                  <c:v>42.0230487</c:v>
                </c:pt>
                <c:pt idx="248">
                  <c:v>42.0230984</c:v>
                </c:pt>
                <c:pt idx="249">
                  <c:v>42.0231045</c:v>
                </c:pt>
                <c:pt idx="250">
                  <c:v>42.0231003</c:v>
                </c:pt>
                <c:pt idx="251">
                  <c:v>42.0230948</c:v>
                </c:pt>
                <c:pt idx="252">
                  <c:v>42.0230853</c:v>
                </c:pt>
                <c:pt idx="253">
                  <c:v>42.0230803</c:v>
                </c:pt>
                <c:pt idx="254">
                  <c:v>42.023073</c:v>
                </c:pt>
                <c:pt idx="255">
                  <c:v>42.0211686</c:v>
                </c:pt>
                <c:pt idx="256">
                  <c:v>42.0211702</c:v>
                </c:pt>
                <c:pt idx="257">
                  <c:v>42.0211693</c:v>
                </c:pt>
                <c:pt idx="258">
                  <c:v>42.0211681</c:v>
                </c:pt>
                <c:pt idx="259">
                  <c:v>42.0211651</c:v>
                </c:pt>
                <c:pt idx="260">
                  <c:v>42.0211453</c:v>
                </c:pt>
                <c:pt idx="261">
                  <c:v>42.0206612</c:v>
                </c:pt>
                <c:pt idx="262">
                  <c:v>42.0206242</c:v>
                </c:pt>
                <c:pt idx="263">
                  <c:v>42.0202761</c:v>
                </c:pt>
                <c:pt idx="264">
                  <c:v>42.0187858</c:v>
                </c:pt>
                <c:pt idx="265">
                  <c:v>42.0171271</c:v>
                </c:pt>
                <c:pt idx="266">
                  <c:v>42.015511</c:v>
                </c:pt>
                <c:pt idx="267">
                  <c:v>42.0135565</c:v>
                </c:pt>
                <c:pt idx="268">
                  <c:v>42.0099287</c:v>
                </c:pt>
                <c:pt idx="269">
                  <c:v>42.0089017</c:v>
                </c:pt>
                <c:pt idx="270">
                  <c:v>42.0088692</c:v>
                </c:pt>
                <c:pt idx="271">
                  <c:v>42.0088499</c:v>
                </c:pt>
                <c:pt idx="272">
                  <c:v>42.0088104</c:v>
                </c:pt>
                <c:pt idx="273">
                  <c:v>42.0087754</c:v>
                </c:pt>
                <c:pt idx="274">
                  <c:v>42.0087022</c:v>
                </c:pt>
                <c:pt idx="275">
                  <c:v>42.0086617</c:v>
                </c:pt>
                <c:pt idx="276">
                  <c:v>42.0086153</c:v>
                </c:pt>
                <c:pt idx="277">
                  <c:v>42.0085778</c:v>
                </c:pt>
                <c:pt idx="278">
                  <c:v>42.008861</c:v>
                </c:pt>
                <c:pt idx="279">
                  <c:v>42.0099206</c:v>
                </c:pt>
                <c:pt idx="280">
                  <c:v>42.0121407</c:v>
                </c:pt>
                <c:pt idx="281">
                  <c:v>42.0136097</c:v>
                </c:pt>
                <c:pt idx="282">
                  <c:v>42.0150639</c:v>
                </c:pt>
                <c:pt idx="283">
                  <c:v>42.0166007</c:v>
                </c:pt>
                <c:pt idx="284">
                  <c:v>42.0179812</c:v>
                </c:pt>
                <c:pt idx="285">
                  <c:v>42.0226874</c:v>
                </c:pt>
                <c:pt idx="286">
                  <c:v>42.0230933</c:v>
                </c:pt>
                <c:pt idx="287">
                  <c:v>42.0231238</c:v>
                </c:pt>
                <c:pt idx="288">
                  <c:v>42.0231163</c:v>
                </c:pt>
                <c:pt idx="289">
                  <c:v>42.0231047</c:v>
                </c:pt>
                <c:pt idx="290">
                  <c:v>42.0230939</c:v>
                </c:pt>
                <c:pt idx="291">
                  <c:v>42.0230937</c:v>
                </c:pt>
                <c:pt idx="292">
                  <c:v>42.0037133</c:v>
                </c:pt>
                <c:pt idx="293">
                  <c:v>42.0019459</c:v>
                </c:pt>
                <c:pt idx="294">
                  <c:v>42.0017871</c:v>
                </c:pt>
                <c:pt idx="295">
                  <c:v>42.0008255</c:v>
                </c:pt>
                <c:pt idx="296">
                  <c:v>41.9996052</c:v>
                </c:pt>
                <c:pt idx="297">
                  <c:v>41.9981386</c:v>
                </c:pt>
                <c:pt idx="298">
                  <c:v>41.9968017</c:v>
                </c:pt>
                <c:pt idx="299">
                  <c:v>41.9943178</c:v>
                </c:pt>
                <c:pt idx="300">
                  <c:v>41.9896761</c:v>
                </c:pt>
                <c:pt idx="301">
                  <c:v>41.9882514</c:v>
                </c:pt>
                <c:pt idx="302">
                  <c:v>41.9868611</c:v>
                </c:pt>
                <c:pt idx="303">
                  <c:v>41.9845634</c:v>
                </c:pt>
                <c:pt idx="304">
                  <c:v>41.9829924</c:v>
                </c:pt>
                <c:pt idx="305">
                  <c:v>41.97325</c:v>
                </c:pt>
                <c:pt idx="306">
                  <c:v>41.9717419</c:v>
                </c:pt>
                <c:pt idx="307">
                  <c:v>41.9651634</c:v>
                </c:pt>
                <c:pt idx="308">
                  <c:v>41.9651652</c:v>
                </c:pt>
                <c:pt idx="309">
                  <c:v>41.9651655</c:v>
                </c:pt>
                <c:pt idx="310">
                  <c:v>41.9651937</c:v>
                </c:pt>
                <c:pt idx="311">
                  <c:v>41.9651685</c:v>
                </c:pt>
                <c:pt idx="312">
                  <c:v>41.9651634</c:v>
                </c:pt>
                <c:pt idx="313">
                  <c:v>41.9651618</c:v>
                </c:pt>
                <c:pt idx="314">
                  <c:v>41.9651488</c:v>
                </c:pt>
                <c:pt idx="315">
                  <c:v>41.9651442</c:v>
                </c:pt>
                <c:pt idx="316">
                  <c:v>41.9651406</c:v>
                </c:pt>
                <c:pt idx="317">
                  <c:v>41.965133</c:v>
                </c:pt>
                <c:pt idx="318">
                  <c:v>41.9652013</c:v>
                </c:pt>
                <c:pt idx="319">
                  <c:v>41.9652338</c:v>
                </c:pt>
                <c:pt idx="320">
                  <c:v>41.9652358</c:v>
                </c:pt>
                <c:pt idx="321">
                  <c:v>41.9652366</c:v>
                </c:pt>
                <c:pt idx="322">
                  <c:v>41.9652326</c:v>
                </c:pt>
                <c:pt idx="323">
                  <c:v>41.9650623</c:v>
                </c:pt>
                <c:pt idx="324">
                  <c:v>41.950679</c:v>
                </c:pt>
                <c:pt idx="325">
                  <c:v>41.9505566</c:v>
                </c:pt>
                <c:pt idx="326">
                  <c:v>41.9500185</c:v>
                </c:pt>
                <c:pt idx="327">
                  <c:v>41.9515726</c:v>
                </c:pt>
                <c:pt idx="328">
                  <c:v>41.9524554</c:v>
                </c:pt>
                <c:pt idx="329">
                  <c:v>41.9615149</c:v>
                </c:pt>
                <c:pt idx="330">
                  <c:v>41.9633059</c:v>
                </c:pt>
                <c:pt idx="331">
                  <c:v>41.9626716</c:v>
                </c:pt>
                <c:pt idx="332">
                  <c:v>41.9618459</c:v>
                </c:pt>
                <c:pt idx="333">
                  <c:v>41.9610575</c:v>
                </c:pt>
                <c:pt idx="334">
                  <c:v>41.9601251</c:v>
                </c:pt>
                <c:pt idx="335">
                  <c:v>41.9592498</c:v>
                </c:pt>
                <c:pt idx="336">
                  <c:v>41.9583382</c:v>
                </c:pt>
                <c:pt idx="337">
                  <c:v>41.9570361</c:v>
                </c:pt>
                <c:pt idx="338">
                  <c:v>41.9562038</c:v>
                </c:pt>
                <c:pt idx="339">
                  <c:v>41.9554158</c:v>
                </c:pt>
                <c:pt idx="340">
                  <c:v>41.9547481</c:v>
                </c:pt>
                <c:pt idx="341">
                  <c:v>41.9538877</c:v>
                </c:pt>
                <c:pt idx="342">
                  <c:v>41.9531882</c:v>
                </c:pt>
                <c:pt idx="343">
                  <c:v>41.9520177</c:v>
                </c:pt>
                <c:pt idx="344">
                  <c:v>41.9510474</c:v>
                </c:pt>
                <c:pt idx="345">
                  <c:v>41.9651452</c:v>
                </c:pt>
                <c:pt idx="346">
                  <c:v>41.9651489</c:v>
                </c:pt>
                <c:pt idx="347">
                  <c:v>41.9571545</c:v>
                </c:pt>
                <c:pt idx="348">
                  <c:v>41.9580895</c:v>
                </c:pt>
                <c:pt idx="349">
                  <c:v>41.965802</c:v>
                </c:pt>
                <c:pt idx="350">
                  <c:v>41.9660085</c:v>
                </c:pt>
                <c:pt idx="351">
                  <c:v>41.9665321</c:v>
                </c:pt>
                <c:pt idx="352">
                  <c:v>41.9672526</c:v>
                </c:pt>
                <c:pt idx="353">
                  <c:v>41.9679393</c:v>
                </c:pt>
                <c:pt idx="354">
                  <c:v>41.9691215</c:v>
                </c:pt>
                <c:pt idx="355">
                  <c:v>41.9740823</c:v>
                </c:pt>
                <c:pt idx="356">
                  <c:v>41.9772226</c:v>
                </c:pt>
                <c:pt idx="357">
                  <c:v>41.9780187</c:v>
                </c:pt>
                <c:pt idx="358">
                  <c:v>41.9788496</c:v>
                </c:pt>
                <c:pt idx="359">
                  <c:v>41.9884743</c:v>
                </c:pt>
                <c:pt idx="360">
                  <c:v>41.9894281</c:v>
                </c:pt>
                <c:pt idx="361">
                  <c:v>41.9902541</c:v>
                </c:pt>
                <c:pt idx="362">
                  <c:v>41.9916603</c:v>
                </c:pt>
                <c:pt idx="363">
                  <c:v>41.9929062</c:v>
                </c:pt>
                <c:pt idx="364">
                  <c:v>41.9937629</c:v>
                </c:pt>
                <c:pt idx="365">
                  <c:v>41.9944422</c:v>
                </c:pt>
                <c:pt idx="366">
                  <c:v>41.9952885</c:v>
                </c:pt>
                <c:pt idx="367">
                  <c:v>41.9966209</c:v>
                </c:pt>
                <c:pt idx="368">
                  <c:v>41.9975067</c:v>
                </c:pt>
                <c:pt idx="369">
                  <c:v>41.998299</c:v>
                </c:pt>
                <c:pt idx="370">
                  <c:v>41.9991447</c:v>
                </c:pt>
                <c:pt idx="371">
                  <c:v>42.0000866</c:v>
                </c:pt>
                <c:pt idx="372">
                  <c:v>42.0009209</c:v>
                </c:pt>
                <c:pt idx="373">
                  <c:v>42.0025098</c:v>
                </c:pt>
                <c:pt idx="374">
                  <c:v>42.0035183</c:v>
                </c:pt>
                <c:pt idx="375">
                  <c:v>42.0046172</c:v>
                </c:pt>
                <c:pt idx="376">
                  <c:v>42.0054646</c:v>
                </c:pt>
                <c:pt idx="377">
                  <c:v>42.0062629</c:v>
                </c:pt>
                <c:pt idx="378">
                  <c:v>42.007014</c:v>
                </c:pt>
                <c:pt idx="379">
                  <c:v>42.008487</c:v>
                </c:pt>
                <c:pt idx="380">
                  <c:v>42.0091263</c:v>
                </c:pt>
                <c:pt idx="381">
                  <c:v>42.0100016</c:v>
                </c:pt>
                <c:pt idx="382">
                  <c:v>42.0108381</c:v>
                </c:pt>
                <c:pt idx="383">
                  <c:v>42.0117269</c:v>
                </c:pt>
                <c:pt idx="384">
                  <c:v>42.0126575</c:v>
                </c:pt>
                <c:pt idx="385">
                  <c:v>42.0141073</c:v>
                </c:pt>
                <c:pt idx="386">
                  <c:v>42.0148524</c:v>
                </c:pt>
                <c:pt idx="387">
                  <c:v>42.0155914</c:v>
                </c:pt>
                <c:pt idx="388">
                  <c:v>42.0164017</c:v>
                </c:pt>
                <c:pt idx="389">
                  <c:v>42.0236235</c:v>
                </c:pt>
                <c:pt idx="390">
                  <c:v>42.023306</c:v>
                </c:pt>
                <c:pt idx="391">
                  <c:v>42.0231043</c:v>
                </c:pt>
                <c:pt idx="392">
                  <c:v>42.0231186</c:v>
                </c:pt>
                <c:pt idx="393">
                  <c:v>42.0231502</c:v>
                </c:pt>
                <c:pt idx="394">
                  <c:v>42.0211165</c:v>
                </c:pt>
                <c:pt idx="395">
                  <c:v>42.0211169</c:v>
                </c:pt>
                <c:pt idx="396">
                  <c:v>42.0211199</c:v>
                </c:pt>
                <c:pt idx="397">
                  <c:v>42.021122</c:v>
                </c:pt>
                <c:pt idx="398">
                  <c:v>42.021122</c:v>
                </c:pt>
                <c:pt idx="399">
                  <c:v>42.0211166</c:v>
                </c:pt>
                <c:pt idx="400">
                  <c:v>42.0211103</c:v>
                </c:pt>
                <c:pt idx="401">
                  <c:v>42.021111</c:v>
                </c:pt>
                <c:pt idx="402">
                  <c:v>42.0211065</c:v>
                </c:pt>
                <c:pt idx="403">
                  <c:v>42.0211054</c:v>
                </c:pt>
                <c:pt idx="404">
                  <c:v>42.0211075</c:v>
                </c:pt>
                <c:pt idx="405">
                  <c:v>42.0211105</c:v>
                </c:pt>
                <c:pt idx="406">
                  <c:v>42.0211121</c:v>
                </c:pt>
                <c:pt idx="407">
                  <c:v>42.0211162</c:v>
                </c:pt>
                <c:pt idx="408">
                  <c:v>42.0211266</c:v>
                </c:pt>
                <c:pt idx="409">
                  <c:v>42.0211323</c:v>
                </c:pt>
                <c:pt idx="410">
                  <c:v>42.0211366</c:v>
                </c:pt>
                <c:pt idx="411">
                  <c:v>42.0211352</c:v>
                </c:pt>
                <c:pt idx="412">
                  <c:v>42.0211346</c:v>
                </c:pt>
                <c:pt idx="413">
                  <c:v>42.0211368</c:v>
                </c:pt>
                <c:pt idx="414">
                  <c:v>42.0211439</c:v>
                </c:pt>
                <c:pt idx="415">
                  <c:v>42.0211431</c:v>
                </c:pt>
                <c:pt idx="416">
                  <c:v>42.0211396</c:v>
                </c:pt>
                <c:pt idx="417">
                  <c:v>42.0211348</c:v>
                </c:pt>
                <c:pt idx="418">
                  <c:v>42.0211367</c:v>
                </c:pt>
                <c:pt idx="419">
                  <c:v>42.0211337</c:v>
                </c:pt>
                <c:pt idx="420">
                  <c:v>42.0211323</c:v>
                </c:pt>
                <c:pt idx="421">
                  <c:v>42.0211291</c:v>
                </c:pt>
                <c:pt idx="422">
                  <c:v>42.0211285</c:v>
                </c:pt>
                <c:pt idx="423">
                  <c:v>42.0211341</c:v>
                </c:pt>
                <c:pt idx="424">
                  <c:v>42.0211424</c:v>
                </c:pt>
                <c:pt idx="425">
                  <c:v>42.0211412</c:v>
                </c:pt>
                <c:pt idx="426">
                  <c:v>42.0211386</c:v>
                </c:pt>
                <c:pt idx="427">
                  <c:v>42.0211337</c:v>
                </c:pt>
                <c:pt idx="428">
                  <c:v>42.0211287</c:v>
                </c:pt>
                <c:pt idx="429">
                  <c:v>42.0211243</c:v>
                </c:pt>
                <c:pt idx="430">
                  <c:v>42.0211357</c:v>
                </c:pt>
                <c:pt idx="431">
                  <c:v>42.0211367</c:v>
                </c:pt>
                <c:pt idx="432">
                  <c:v>42.0211348</c:v>
                </c:pt>
                <c:pt idx="433">
                  <c:v>42.0211308</c:v>
                </c:pt>
                <c:pt idx="434">
                  <c:v>42.021126</c:v>
                </c:pt>
                <c:pt idx="435">
                  <c:v>42.0211196</c:v>
                </c:pt>
                <c:pt idx="436">
                  <c:v>42.0211224</c:v>
                </c:pt>
                <c:pt idx="437">
                  <c:v>42.0211266</c:v>
                </c:pt>
                <c:pt idx="438">
                  <c:v>42.0211238</c:v>
                </c:pt>
                <c:pt idx="439">
                  <c:v>42.0211199</c:v>
                </c:pt>
                <c:pt idx="440">
                  <c:v>42.0211174</c:v>
                </c:pt>
                <c:pt idx="441">
                  <c:v>42.0211224</c:v>
                </c:pt>
                <c:pt idx="442">
                  <c:v>42.0211196</c:v>
                </c:pt>
                <c:pt idx="443">
                  <c:v>42.0211187</c:v>
                </c:pt>
                <c:pt idx="444">
                  <c:v>42.0211244</c:v>
                </c:pt>
                <c:pt idx="445">
                  <c:v>42.0211305</c:v>
                </c:pt>
                <c:pt idx="446">
                  <c:v>42.0211316</c:v>
                </c:pt>
                <c:pt idx="447">
                  <c:v>42.0211297</c:v>
                </c:pt>
                <c:pt idx="448">
                  <c:v>42.0211242</c:v>
                </c:pt>
                <c:pt idx="449">
                  <c:v>42.021126</c:v>
                </c:pt>
                <c:pt idx="450">
                  <c:v>42.0211254</c:v>
                </c:pt>
                <c:pt idx="451">
                  <c:v>42.0211238</c:v>
                </c:pt>
                <c:pt idx="452">
                  <c:v>42.0211252</c:v>
                </c:pt>
                <c:pt idx="453">
                  <c:v>42.0211248</c:v>
                </c:pt>
                <c:pt idx="454">
                  <c:v>42.0211195</c:v>
                </c:pt>
                <c:pt idx="455">
                  <c:v>42.0211176</c:v>
                </c:pt>
                <c:pt idx="456">
                  <c:v>42.0211221</c:v>
                </c:pt>
                <c:pt idx="457">
                  <c:v>42.0211304</c:v>
                </c:pt>
                <c:pt idx="458">
                  <c:v>42.0211339</c:v>
                </c:pt>
                <c:pt idx="459">
                  <c:v>42.0211368</c:v>
                </c:pt>
                <c:pt idx="460">
                  <c:v>42.0211343</c:v>
                </c:pt>
                <c:pt idx="461">
                  <c:v>42.0211331</c:v>
                </c:pt>
                <c:pt idx="462">
                  <c:v>42.0211308</c:v>
                </c:pt>
                <c:pt idx="463">
                  <c:v>42.0211265</c:v>
                </c:pt>
                <c:pt idx="464">
                  <c:v>42.0211247</c:v>
                </c:pt>
                <c:pt idx="465">
                  <c:v>42.0211232</c:v>
                </c:pt>
                <c:pt idx="466">
                  <c:v>42.0211604</c:v>
                </c:pt>
                <c:pt idx="467">
                  <c:v>42.0211212</c:v>
                </c:pt>
                <c:pt idx="468">
                  <c:v>42.0206621</c:v>
                </c:pt>
                <c:pt idx="469">
                  <c:v>42.0206186</c:v>
                </c:pt>
                <c:pt idx="470">
                  <c:v>42.0206093</c:v>
                </c:pt>
                <c:pt idx="471">
                  <c:v>42.02043</c:v>
                </c:pt>
                <c:pt idx="472">
                  <c:v>42.0180891</c:v>
                </c:pt>
                <c:pt idx="473">
                  <c:v>42.0162367</c:v>
                </c:pt>
                <c:pt idx="474">
                  <c:v>42.0140004</c:v>
                </c:pt>
                <c:pt idx="475">
                  <c:v>42.0118857</c:v>
                </c:pt>
                <c:pt idx="476">
                  <c:v>42.009762</c:v>
                </c:pt>
                <c:pt idx="477">
                  <c:v>42.0077519</c:v>
                </c:pt>
                <c:pt idx="478">
                  <c:v>42.0066751</c:v>
                </c:pt>
                <c:pt idx="479">
                  <c:v>42.0066819</c:v>
                </c:pt>
                <c:pt idx="480">
                  <c:v>42.0066844</c:v>
                </c:pt>
                <c:pt idx="481">
                  <c:v>42.0059314</c:v>
                </c:pt>
                <c:pt idx="482">
                  <c:v>42.0038564</c:v>
                </c:pt>
                <c:pt idx="483">
                  <c:v>42.0018206</c:v>
                </c:pt>
                <c:pt idx="484">
                  <c:v>41.9980918</c:v>
                </c:pt>
                <c:pt idx="485">
                  <c:v>41.9961953</c:v>
                </c:pt>
                <c:pt idx="486">
                  <c:v>41.9901637</c:v>
                </c:pt>
                <c:pt idx="487">
                  <c:v>41.9867603</c:v>
                </c:pt>
                <c:pt idx="488">
                  <c:v>41.9845115</c:v>
                </c:pt>
                <c:pt idx="489">
                  <c:v>41.9812448</c:v>
                </c:pt>
                <c:pt idx="490">
                  <c:v>41.9799183</c:v>
                </c:pt>
                <c:pt idx="491">
                  <c:v>41.9797354</c:v>
                </c:pt>
                <c:pt idx="492">
                  <c:v>41.9796758</c:v>
                </c:pt>
                <c:pt idx="493">
                  <c:v>41.9796597</c:v>
                </c:pt>
                <c:pt idx="494">
                  <c:v>41.9795653</c:v>
                </c:pt>
                <c:pt idx="495">
                  <c:v>41.9795703</c:v>
                </c:pt>
                <c:pt idx="496">
                  <c:v>41.9795721</c:v>
                </c:pt>
                <c:pt idx="497">
                  <c:v>41.9795756</c:v>
                </c:pt>
                <c:pt idx="498">
                  <c:v>41.9795784</c:v>
                </c:pt>
                <c:pt idx="499">
                  <c:v>41.9795085</c:v>
                </c:pt>
                <c:pt idx="500">
                  <c:v>41.9782195</c:v>
                </c:pt>
                <c:pt idx="501">
                  <c:v>41.9737129</c:v>
                </c:pt>
                <c:pt idx="502">
                  <c:v>41.97166</c:v>
                </c:pt>
                <c:pt idx="503">
                  <c:v>41.9651468</c:v>
                </c:pt>
                <c:pt idx="504">
                  <c:v>41.9651525</c:v>
                </c:pt>
                <c:pt idx="505">
                  <c:v>41.9651328</c:v>
                </c:pt>
                <c:pt idx="506">
                  <c:v>41.9651157</c:v>
                </c:pt>
                <c:pt idx="507">
                  <c:v>41.9651804</c:v>
                </c:pt>
                <c:pt idx="508">
                  <c:v>41.9652075</c:v>
                </c:pt>
                <c:pt idx="509">
                  <c:v>41.9652372</c:v>
                </c:pt>
                <c:pt idx="510">
                  <c:v>41.96875</c:v>
                </c:pt>
                <c:pt idx="511">
                  <c:v>41.9691771</c:v>
                </c:pt>
                <c:pt idx="512">
                  <c:v>41.9704671</c:v>
                </c:pt>
                <c:pt idx="513">
                  <c:v>41.9712848</c:v>
                </c:pt>
                <c:pt idx="514">
                  <c:v>41.972145</c:v>
                </c:pt>
                <c:pt idx="515">
                  <c:v>41.9729184</c:v>
                </c:pt>
                <c:pt idx="516">
                  <c:v>41.9740169</c:v>
                </c:pt>
                <c:pt idx="517">
                  <c:v>41.9748432</c:v>
                </c:pt>
                <c:pt idx="518">
                  <c:v>41.9779397</c:v>
                </c:pt>
                <c:pt idx="519">
                  <c:v>41.9788836</c:v>
                </c:pt>
                <c:pt idx="520">
                  <c:v>41.9795128</c:v>
                </c:pt>
                <c:pt idx="521">
                  <c:v>41.9800068</c:v>
                </c:pt>
                <c:pt idx="522">
                  <c:v>41.9811963</c:v>
                </c:pt>
                <c:pt idx="523">
                  <c:v>41.9820595</c:v>
                </c:pt>
                <c:pt idx="524">
                  <c:v>41.9845365</c:v>
                </c:pt>
                <c:pt idx="525">
                  <c:v>41.9854797</c:v>
                </c:pt>
                <c:pt idx="526">
                  <c:v>41.9944008</c:v>
                </c:pt>
                <c:pt idx="527">
                  <c:v>41.9956366</c:v>
                </c:pt>
                <c:pt idx="528">
                  <c:v>41.9964346</c:v>
                </c:pt>
                <c:pt idx="529">
                  <c:v>41.9971006</c:v>
                </c:pt>
                <c:pt idx="530">
                  <c:v>41.9977238</c:v>
                </c:pt>
                <c:pt idx="531">
                  <c:v>41.9985705</c:v>
                </c:pt>
                <c:pt idx="532">
                  <c:v>41.9994549</c:v>
                </c:pt>
                <c:pt idx="533">
                  <c:v>41.9972107</c:v>
                </c:pt>
                <c:pt idx="534">
                  <c:v>41.9946524</c:v>
                </c:pt>
                <c:pt idx="535">
                  <c:v>41.9942963</c:v>
                </c:pt>
                <c:pt idx="536">
                  <c:v>41.9936227</c:v>
                </c:pt>
                <c:pt idx="537">
                  <c:v>41.9926775</c:v>
                </c:pt>
                <c:pt idx="538">
                  <c:v>41.9915686</c:v>
                </c:pt>
                <c:pt idx="539">
                  <c:v>41.9905537</c:v>
                </c:pt>
                <c:pt idx="540">
                  <c:v>41.9884671</c:v>
                </c:pt>
                <c:pt idx="541">
                  <c:v>41.9837425</c:v>
                </c:pt>
                <c:pt idx="542">
                  <c:v>41.9820232</c:v>
                </c:pt>
                <c:pt idx="543">
                  <c:v>41.9810261</c:v>
                </c:pt>
                <c:pt idx="544">
                  <c:v>41.9702214</c:v>
                </c:pt>
                <c:pt idx="545">
                  <c:v>41.9685455</c:v>
                </c:pt>
                <c:pt idx="546">
                  <c:v>41.9675054</c:v>
                </c:pt>
                <c:pt idx="547">
                  <c:v>41.966522</c:v>
                </c:pt>
                <c:pt idx="548">
                  <c:v>41.9689799</c:v>
                </c:pt>
                <c:pt idx="549">
                  <c:v>41.971221</c:v>
                </c:pt>
                <c:pt idx="550">
                  <c:v>41.9775453</c:v>
                </c:pt>
                <c:pt idx="551">
                  <c:v>41.9799559</c:v>
                </c:pt>
                <c:pt idx="552">
                  <c:v>41.9838974</c:v>
                </c:pt>
                <c:pt idx="553">
                  <c:v>41.986063</c:v>
                </c:pt>
                <c:pt idx="554">
                  <c:v>41.9881113</c:v>
                </c:pt>
                <c:pt idx="555">
                  <c:v>41.9939642</c:v>
                </c:pt>
                <c:pt idx="556">
                  <c:v>41.9945254</c:v>
                </c:pt>
                <c:pt idx="557">
                  <c:v>42.001659</c:v>
                </c:pt>
                <c:pt idx="558">
                  <c:v>42.004497</c:v>
                </c:pt>
                <c:pt idx="559">
                  <c:v>42.0121093</c:v>
                </c:pt>
                <c:pt idx="560">
                  <c:v>42.0139779</c:v>
                </c:pt>
                <c:pt idx="561">
                  <c:v>42.0172428</c:v>
                </c:pt>
                <c:pt idx="562">
                  <c:v>42.0191981</c:v>
                </c:pt>
                <c:pt idx="563">
                  <c:v>42.0209894</c:v>
                </c:pt>
                <c:pt idx="564">
                  <c:v>42.0302746</c:v>
                </c:pt>
                <c:pt idx="565">
                  <c:v>42.0260219</c:v>
                </c:pt>
                <c:pt idx="566">
                  <c:v>42.024708</c:v>
                </c:pt>
                <c:pt idx="567">
                  <c:v>42.023115</c:v>
                </c:pt>
                <c:pt idx="568">
                  <c:v>42.0231427</c:v>
                </c:pt>
                <c:pt idx="569">
                  <c:v>42.0231715</c:v>
                </c:pt>
                <c:pt idx="570">
                  <c:v>42.0227541</c:v>
                </c:pt>
                <c:pt idx="571">
                  <c:v>42.0218969</c:v>
                </c:pt>
                <c:pt idx="572">
                  <c:v>42.0218182</c:v>
                </c:pt>
                <c:pt idx="573">
                  <c:v>42.021656</c:v>
                </c:pt>
                <c:pt idx="574">
                  <c:v>42.0214293</c:v>
                </c:pt>
                <c:pt idx="575">
                  <c:v>42.0214247</c:v>
                </c:pt>
                <c:pt idx="576">
                  <c:v>42.0214237</c:v>
                </c:pt>
                <c:pt idx="577">
                  <c:v>42.0214199</c:v>
                </c:pt>
                <c:pt idx="578">
                  <c:v>42.0214161</c:v>
                </c:pt>
                <c:pt idx="579">
                  <c:v>42.021416</c:v>
                </c:pt>
                <c:pt idx="580">
                  <c:v>42.0214154</c:v>
                </c:pt>
                <c:pt idx="581">
                  <c:v>42.0214134</c:v>
                </c:pt>
                <c:pt idx="582">
                  <c:v>42.0214173</c:v>
                </c:pt>
                <c:pt idx="583">
                  <c:v>42.0214172</c:v>
                </c:pt>
                <c:pt idx="584">
                  <c:v>42.0214196</c:v>
                </c:pt>
                <c:pt idx="585">
                  <c:v>42.0214182</c:v>
                </c:pt>
                <c:pt idx="586">
                  <c:v>42.0214175</c:v>
                </c:pt>
                <c:pt idx="587">
                  <c:v>42.021415</c:v>
                </c:pt>
                <c:pt idx="588">
                  <c:v>42.0214169</c:v>
                </c:pt>
                <c:pt idx="589">
                  <c:v>42.0214165</c:v>
                </c:pt>
                <c:pt idx="590">
                  <c:v>42.0214162</c:v>
                </c:pt>
                <c:pt idx="591">
                  <c:v>42.0214112</c:v>
                </c:pt>
                <c:pt idx="592">
                  <c:v>42.02141</c:v>
                </c:pt>
                <c:pt idx="593">
                  <c:v>42.0214092</c:v>
                </c:pt>
                <c:pt idx="594">
                  <c:v>42.0214073</c:v>
                </c:pt>
                <c:pt idx="595">
                  <c:v>42.0214057</c:v>
                </c:pt>
                <c:pt idx="596">
                  <c:v>42.0214177</c:v>
                </c:pt>
                <c:pt idx="597">
                  <c:v>42.0214132</c:v>
                </c:pt>
                <c:pt idx="598">
                  <c:v>42.0214119</c:v>
                </c:pt>
                <c:pt idx="599">
                  <c:v>42.0214032</c:v>
                </c:pt>
                <c:pt idx="600">
                  <c:v>42.0214033</c:v>
                </c:pt>
                <c:pt idx="601">
                  <c:v>42.021403</c:v>
                </c:pt>
                <c:pt idx="602">
                  <c:v>42.0213976</c:v>
                </c:pt>
                <c:pt idx="603">
                  <c:v>42.0207477</c:v>
                </c:pt>
                <c:pt idx="604">
                  <c:v>42.020597</c:v>
                </c:pt>
                <c:pt idx="605">
                  <c:v>42.020586</c:v>
                </c:pt>
                <c:pt idx="606">
                  <c:v>42.0205366</c:v>
                </c:pt>
                <c:pt idx="607">
                  <c:v>42.0197505</c:v>
                </c:pt>
                <c:pt idx="608">
                  <c:v>42.0172979</c:v>
                </c:pt>
                <c:pt idx="609">
                  <c:v>42.0156962</c:v>
                </c:pt>
                <c:pt idx="610">
                  <c:v>42.0142197</c:v>
                </c:pt>
                <c:pt idx="611">
                  <c:v>42.0131296</c:v>
                </c:pt>
                <c:pt idx="612">
                  <c:v>42.0122894</c:v>
                </c:pt>
                <c:pt idx="613">
                  <c:v>42.0109889</c:v>
                </c:pt>
                <c:pt idx="614">
                  <c:v>42.0089005</c:v>
                </c:pt>
                <c:pt idx="615">
                  <c:v>42.0088502</c:v>
                </c:pt>
                <c:pt idx="616">
                  <c:v>42.0088339</c:v>
                </c:pt>
                <c:pt idx="617">
                  <c:v>42.0088008</c:v>
                </c:pt>
                <c:pt idx="618">
                  <c:v>42.0087679</c:v>
                </c:pt>
                <c:pt idx="619">
                  <c:v>42.0087269</c:v>
                </c:pt>
                <c:pt idx="620">
                  <c:v>42.008688</c:v>
                </c:pt>
                <c:pt idx="621">
                  <c:v>42.0086583</c:v>
                </c:pt>
                <c:pt idx="622">
                  <c:v>42.0086211</c:v>
                </c:pt>
                <c:pt idx="623">
                  <c:v>42.0085846</c:v>
                </c:pt>
                <c:pt idx="624">
                  <c:v>42.0085729</c:v>
                </c:pt>
                <c:pt idx="625">
                  <c:v>42.0085707</c:v>
                </c:pt>
                <c:pt idx="626">
                  <c:v>42.0085774</c:v>
                </c:pt>
                <c:pt idx="627">
                  <c:v>42.0085781</c:v>
                </c:pt>
                <c:pt idx="628">
                  <c:v>42.0085769</c:v>
                </c:pt>
                <c:pt idx="629">
                  <c:v>42.0085865</c:v>
                </c:pt>
                <c:pt idx="630">
                  <c:v>42.0085666</c:v>
                </c:pt>
                <c:pt idx="631">
                  <c:v>42.0085414</c:v>
                </c:pt>
                <c:pt idx="632">
                  <c:v>42.0085308</c:v>
                </c:pt>
                <c:pt idx="633">
                  <c:v>42.0084827</c:v>
                </c:pt>
                <c:pt idx="634">
                  <c:v>42.0084148</c:v>
                </c:pt>
                <c:pt idx="635">
                  <c:v>42.0084152</c:v>
                </c:pt>
                <c:pt idx="636">
                  <c:v>42.0084098</c:v>
                </c:pt>
                <c:pt idx="637">
                  <c:v>42.0084084</c:v>
                </c:pt>
                <c:pt idx="638">
                  <c:v>42.0084127</c:v>
                </c:pt>
                <c:pt idx="639">
                  <c:v>42.0084875</c:v>
                </c:pt>
                <c:pt idx="640">
                  <c:v>42.0084863</c:v>
                </c:pt>
                <c:pt idx="641">
                  <c:v>42.0084916</c:v>
                </c:pt>
                <c:pt idx="642">
                  <c:v>42.0085034</c:v>
                </c:pt>
                <c:pt idx="643">
                  <c:v>42.0085188</c:v>
                </c:pt>
                <c:pt idx="644">
                  <c:v>42.016538</c:v>
                </c:pt>
                <c:pt idx="645">
                  <c:v>42.0230298</c:v>
                </c:pt>
                <c:pt idx="646">
                  <c:v>42.0230506</c:v>
                </c:pt>
                <c:pt idx="647">
                  <c:v>42.0234583</c:v>
                </c:pt>
                <c:pt idx="648">
                  <c:v>42.02336</c:v>
                </c:pt>
                <c:pt idx="649">
                  <c:v>42.0231246</c:v>
                </c:pt>
                <c:pt idx="650">
                  <c:v>42.0231493</c:v>
                </c:pt>
                <c:pt idx="651">
                  <c:v>42.0231743</c:v>
                </c:pt>
                <c:pt idx="652">
                  <c:v>42.0231802</c:v>
                </c:pt>
                <c:pt idx="653">
                  <c:v>42.0231738</c:v>
                </c:pt>
                <c:pt idx="654">
                  <c:v>42.0231706</c:v>
                </c:pt>
                <c:pt idx="655">
                  <c:v>42.0231663</c:v>
                </c:pt>
                <c:pt idx="656">
                  <c:v>42.0231799</c:v>
                </c:pt>
                <c:pt idx="657">
                  <c:v>42.0232142</c:v>
                </c:pt>
                <c:pt idx="658">
                  <c:v>42.0232359</c:v>
                </c:pt>
                <c:pt idx="659">
                  <c:v>42.0232633</c:v>
                </c:pt>
                <c:pt idx="660">
                  <c:v>42.023274</c:v>
                </c:pt>
                <c:pt idx="661">
                  <c:v>42.0232312</c:v>
                </c:pt>
                <c:pt idx="662">
                  <c:v>42.0231997</c:v>
                </c:pt>
                <c:pt idx="663">
                  <c:v>42.023166</c:v>
                </c:pt>
                <c:pt idx="664">
                  <c:v>42.0229006</c:v>
                </c:pt>
                <c:pt idx="665">
                  <c:v>42.0229014</c:v>
                </c:pt>
                <c:pt idx="666">
                  <c:v>42.0228519</c:v>
                </c:pt>
                <c:pt idx="667">
                  <c:v>42.0226509</c:v>
                </c:pt>
                <c:pt idx="668">
                  <c:v>42.0224927</c:v>
                </c:pt>
                <c:pt idx="669">
                  <c:v>42.0230536</c:v>
                </c:pt>
                <c:pt idx="670">
                  <c:v>42.0231739</c:v>
                </c:pt>
                <c:pt idx="671">
                  <c:v>42.0231784</c:v>
                </c:pt>
                <c:pt idx="672">
                  <c:v>42.0230529</c:v>
                </c:pt>
                <c:pt idx="673">
                  <c:v>42.0230044</c:v>
                </c:pt>
                <c:pt idx="674">
                  <c:v>42.0228163</c:v>
                </c:pt>
                <c:pt idx="675">
                  <c:v>42.022777</c:v>
                </c:pt>
                <c:pt idx="676">
                  <c:v>42.0228061</c:v>
                </c:pt>
                <c:pt idx="677">
                  <c:v>42.0210946</c:v>
                </c:pt>
                <c:pt idx="678">
                  <c:v>42.0210935</c:v>
                </c:pt>
                <c:pt idx="679">
                  <c:v>42.0210967</c:v>
                </c:pt>
                <c:pt idx="680">
                  <c:v>42.021099</c:v>
                </c:pt>
                <c:pt idx="681">
                  <c:v>42.0211044</c:v>
                </c:pt>
                <c:pt idx="682">
                  <c:v>42.0211051</c:v>
                </c:pt>
                <c:pt idx="683">
                  <c:v>42.0211079</c:v>
                </c:pt>
                <c:pt idx="684">
                  <c:v>42.021113</c:v>
                </c:pt>
                <c:pt idx="685">
                  <c:v>42.0211158</c:v>
                </c:pt>
                <c:pt idx="686">
                  <c:v>42.0211179</c:v>
                </c:pt>
                <c:pt idx="687">
                  <c:v>42.0211205</c:v>
                </c:pt>
                <c:pt idx="688">
                  <c:v>42.0211201</c:v>
                </c:pt>
                <c:pt idx="689">
                  <c:v>42.021118</c:v>
                </c:pt>
                <c:pt idx="690">
                  <c:v>42.0211184</c:v>
                </c:pt>
                <c:pt idx="691">
                  <c:v>42.0211179</c:v>
                </c:pt>
                <c:pt idx="692">
                  <c:v>42.0211382</c:v>
                </c:pt>
                <c:pt idx="693">
                  <c:v>42.0207224</c:v>
                </c:pt>
                <c:pt idx="694">
                  <c:v>42.0206228</c:v>
                </c:pt>
                <c:pt idx="695">
                  <c:v>42.0205719</c:v>
                </c:pt>
                <c:pt idx="696">
                  <c:v>42.0196346</c:v>
                </c:pt>
                <c:pt idx="697">
                  <c:v>42.0180585</c:v>
                </c:pt>
                <c:pt idx="698">
                  <c:v>42.0161854</c:v>
                </c:pt>
                <c:pt idx="699">
                  <c:v>42.0137993</c:v>
                </c:pt>
                <c:pt idx="700">
                  <c:v>42.0115257</c:v>
                </c:pt>
                <c:pt idx="701">
                  <c:v>42.0089842</c:v>
                </c:pt>
                <c:pt idx="702">
                  <c:v>42.0089813</c:v>
                </c:pt>
                <c:pt idx="703">
                  <c:v>42.0088562</c:v>
                </c:pt>
                <c:pt idx="704">
                  <c:v>42.0088539</c:v>
                </c:pt>
                <c:pt idx="705">
                  <c:v>42.0088504</c:v>
                </c:pt>
                <c:pt idx="706">
                  <c:v>42.0088502</c:v>
                </c:pt>
                <c:pt idx="707">
                  <c:v>42.0088514</c:v>
                </c:pt>
                <c:pt idx="708">
                  <c:v>42.0088499</c:v>
                </c:pt>
                <c:pt idx="709">
                  <c:v>42.0088689</c:v>
                </c:pt>
                <c:pt idx="710">
                  <c:v>42.0088761</c:v>
                </c:pt>
                <c:pt idx="711">
                  <c:v>42.0088813</c:v>
                </c:pt>
                <c:pt idx="712">
                  <c:v>42.0088751</c:v>
                </c:pt>
                <c:pt idx="713">
                  <c:v>42.008864</c:v>
                </c:pt>
                <c:pt idx="714">
                  <c:v>42.0088555</c:v>
                </c:pt>
                <c:pt idx="715">
                  <c:v>42.0088465</c:v>
                </c:pt>
                <c:pt idx="716">
                  <c:v>42.0088386</c:v>
                </c:pt>
                <c:pt idx="717">
                  <c:v>42.0087301</c:v>
                </c:pt>
                <c:pt idx="718">
                  <c:v>42.0087082</c:v>
                </c:pt>
                <c:pt idx="719">
                  <c:v>42.0086986</c:v>
                </c:pt>
                <c:pt idx="720">
                  <c:v>42.0086845</c:v>
                </c:pt>
                <c:pt idx="721">
                  <c:v>42.0086579</c:v>
                </c:pt>
                <c:pt idx="722">
                  <c:v>42.0086359</c:v>
                </c:pt>
                <c:pt idx="723">
                  <c:v>42.0086339</c:v>
                </c:pt>
                <c:pt idx="724">
                  <c:v>42.0086343</c:v>
                </c:pt>
                <c:pt idx="725">
                  <c:v>42.0086351</c:v>
                </c:pt>
                <c:pt idx="726">
                  <c:v>42.0086337</c:v>
                </c:pt>
                <c:pt idx="727">
                  <c:v>42.0086399</c:v>
                </c:pt>
                <c:pt idx="728">
                  <c:v>42.0086462</c:v>
                </c:pt>
                <c:pt idx="729">
                  <c:v>42.0086401</c:v>
                </c:pt>
                <c:pt idx="730">
                  <c:v>42.0086442</c:v>
                </c:pt>
                <c:pt idx="731">
                  <c:v>42.0086438</c:v>
                </c:pt>
                <c:pt idx="732">
                  <c:v>42.0086429</c:v>
                </c:pt>
                <c:pt idx="733">
                  <c:v>42.0086388</c:v>
                </c:pt>
                <c:pt idx="734">
                  <c:v>42.0086317</c:v>
                </c:pt>
                <c:pt idx="735">
                  <c:v>42.0086232</c:v>
                </c:pt>
                <c:pt idx="736">
                  <c:v>42.0085258</c:v>
                </c:pt>
                <c:pt idx="737">
                  <c:v>42.0085066</c:v>
                </c:pt>
                <c:pt idx="738">
                  <c:v>42.0084816</c:v>
                </c:pt>
                <c:pt idx="739">
                  <c:v>42.0084651</c:v>
                </c:pt>
                <c:pt idx="740">
                  <c:v>42.0084424</c:v>
                </c:pt>
                <c:pt idx="741">
                  <c:v>42.0084155</c:v>
                </c:pt>
                <c:pt idx="742">
                  <c:v>42.0083902</c:v>
                </c:pt>
                <c:pt idx="743">
                  <c:v>42.0083706</c:v>
                </c:pt>
                <c:pt idx="744">
                  <c:v>42.0083311</c:v>
                </c:pt>
                <c:pt idx="745">
                  <c:v>42.0083049</c:v>
                </c:pt>
                <c:pt idx="746">
                  <c:v>42.0082877</c:v>
                </c:pt>
                <c:pt idx="747">
                  <c:v>42.0082652</c:v>
                </c:pt>
                <c:pt idx="748">
                  <c:v>42.0082656</c:v>
                </c:pt>
                <c:pt idx="749">
                  <c:v>42.0082959</c:v>
                </c:pt>
                <c:pt idx="750">
                  <c:v>42.0083032</c:v>
                </c:pt>
                <c:pt idx="751">
                  <c:v>42.0083188</c:v>
                </c:pt>
                <c:pt idx="752">
                  <c:v>42.0083225</c:v>
                </c:pt>
                <c:pt idx="753">
                  <c:v>42.0083288</c:v>
                </c:pt>
                <c:pt idx="754">
                  <c:v>42.0083325</c:v>
                </c:pt>
                <c:pt idx="755">
                  <c:v>42.0083455</c:v>
                </c:pt>
                <c:pt idx="756">
                  <c:v>42.0083621</c:v>
                </c:pt>
                <c:pt idx="757">
                  <c:v>42.0083731</c:v>
                </c:pt>
                <c:pt idx="758">
                  <c:v>42.0083582</c:v>
                </c:pt>
                <c:pt idx="759">
                  <c:v>42.0080022</c:v>
                </c:pt>
                <c:pt idx="760">
                  <c:v>42.0073482</c:v>
                </c:pt>
                <c:pt idx="761">
                  <c:v>42.0059824</c:v>
                </c:pt>
                <c:pt idx="762">
                  <c:v>42.0054391</c:v>
                </c:pt>
                <c:pt idx="763">
                  <c:v>42.0053117</c:v>
                </c:pt>
                <c:pt idx="764">
                  <c:v>42.0053183</c:v>
                </c:pt>
                <c:pt idx="765">
                  <c:v>42.0053165</c:v>
                </c:pt>
                <c:pt idx="766">
                  <c:v>42.004946</c:v>
                </c:pt>
                <c:pt idx="767">
                  <c:v>42.0032337</c:v>
                </c:pt>
                <c:pt idx="768">
                  <c:v>42.0020617</c:v>
                </c:pt>
                <c:pt idx="769">
                  <c:v>42.0008805</c:v>
                </c:pt>
                <c:pt idx="770">
                  <c:v>41.9998718</c:v>
                </c:pt>
                <c:pt idx="771">
                  <c:v>41.9997161</c:v>
                </c:pt>
                <c:pt idx="772">
                  <c:v>41.9994066</c:v>
                </c:pt>
                <c:pt idx="773">
                  <c:v>41.9978135</c:v>
                </c:pt>
                <c:pt idx="774">
                  <c:v>41.996437</c:v>
                </c:pt>
                <c:pt idx="775">
                  <c:v>41.9954952</c:v>
                </c:pt>
                <c:pt idx="776">
                  <c:v>41.9955024</c:v>
                </c:pt>
                <c:pt idx="777">
                  <c:v>41.9955123</c:v>
                </c:pt>
                <c:pt idx="778">
                  <c:v>41.993939</c:v>
                </c:pt>
                <c:pt idx="779">
                  <c:v>41.9939285</c:v>
                </c:pt>
                <c:pt idx="780">
                  <c:v>41.9939217</c:v>
                </c:pt>
                <c:pt idx="781">
                  <c:v>41.9939105</c:v>
                </c:pt>
                <c:pt idx="782">
                  <c:v>41.9938907</c:v>
                </c:pt>
                <c:pt idx="783">
                  <c:v>41.9938859</c:v>
                </c:pt>
                <c:pt idx="784">
                  <c:v>41.9938765</c:v>
                </c:pt>
                <c:pt idx="785">
                  <c:v>41.9938702</c:v>
                </c:pt>
                <c:pt idx="786">
                  <c:v>41.9938647</c:v>
                </c:pt>
                <c:pt idx="787">
                  <c:v>41.9938607</c:v>
                </c:pt>
                <c:pt idx="788">
                  <c:v>41.9938641</c:v>
                </c:pt>
                <c:pt idx="789">
                  <c:v>41.9938769</c:v>
                </c:pt>
                <c:pt idx="790">
                  <c:v>41.9938928</c:v>
                </c:pt>
                <c:pt idx="791">
                  <c:v>41.9939075</c:v>
                </c:pt>
                <c:pt idx="792">
                  <c:v>41.9939257</c:v>
                </c:pt>
                <c:pt idx="793">
                  <c:v>41.9940849</c:v>
                </c:pt>
                <c:pt idx="794">
                  <c:v>41.9940998</c:v>
                </c:pt>
                <c:pt idx="795">
                  <c:v>41.9941163</c:v>
                </c:pt>
                <c:pt idx="796">
                  <c:v>41.9941448</c:v>
                </c:pt>
                <c:pt idx="797">
                  <c:v>41.9941422</c:v>
                </c:pt>
                <c:pt idx="798">
                  <c:v>41.9941396</c:v>
                </c:pt>
                <c:pt idx="799">
                  <c:v>41.9941307</c:v>
                </c:pt>
                <c:pt idx="800">
                  <c:v>41.9941341</c:v>
                </c:pt>
                <c:pt idx="801">
                  <c:v>41.9941311</c:v>
                </c:pt>
                <c:pt idx="802">
                  <c:v>41.9941361</c:v>
                </c:pt>
                <c:pt idx="803">
                  <c:v>41.9941385</c:v>
                </c:pt>
                <c:pt idx="804">
                  <c:v>41.9941222</c:v>
                </c:pt>
                <c:pt idx="805">
                  <c:v>41.9941249</c:v>
                </c:pt>
                <c:pt idx="806">
                  <c:v>41.9943044</c:v>
                </c:pt>
                <c:pt idx="807">
                  <c:v>41.9943038</c:v>
                </c:pt>
                <c:pt idx="808">
                  <c:v>41.9920878</c:v>
                </c:pt>
                <c:pt idx="809">
                  <c:v>41.9900847</c:v>
                </c:pt>
                <c:pt idx="810">
                  <c:v>41.98687</c:v>
                </c:pt>
                <c:pt idx="811">
                  <c:v>41.9796133</c:v>
                </c:pt>
                <c:pt idx="812">
                  <c:v>41.9795951</c:v>
                </c:pt>
                <c:pt idx="813">
                  <c:v>41.9795818</c:v>
                </c:pt>
                <c:pt idx="814">
                  <c:v>41.9795812</c:v>
                </c:pt>
                <c:pt idx="815">
                  <c:v>41.9795816</c:v>
                </c:pt>
                <c:pt idx="816">
                  <c:v>41.9795818</c:v>
                </c:pt>
                <c:pt idx="817">
                  <c:v>41.9795357</c:v>
                </c:pt>
                <c:pt idx="818">
                  <c:v>41.9795373</c:v>
                </c:pt>
                <c:pt idx="819">
                  <c:v>41.9795212</c:v>
                </c:pt>
                <c:pt idx="820">
                  <c:v>41.9795091</c:v>
                </c:pt>
                <c:pt idx="821">
                  <c:v>41.9794498</c:v>
                </c:pt>
                <c:pt idx="822">
                  <c:v>41.9794297</c:v>
                </c:pt>
                <c:pt idx="823">
                  <c:v>41.9794145</c:v>
                </c:pt>
                <c:pt idx="824">
                  <c:v>41.9794046</c:v>
                </c:pt>
                <c:pt idx="825">
                  <c:v>41.9793933</c:v>
                </c:pt>
                <c:pt idx="826">
                  <c:v>41.9793912</c:v>
                </c:pt>
                <c:pt idx="827">
                  <c:v>41.9793759</c:v>
                </c:pt>
                <c:pt idx="828">
                  <c:v>41.9793714</c:v>
                </c:pt>
                <c:pt idx="829">
                  <c:v>41.9793548</c:v>
                </c:pt>
                <c:pt idx="830">
                  <c:v>41.9793476</c:v>
                </c:pt>
                <c:pt idx="831">
                  <c:v>41.979352</c:v>
                </c:pt>
                <c:pt idx="832">
                  <c:v>41.9793607</c:v>
                </c:pt>
                <c:pt idx="833">
                  <c:v>41.9793599</c:v>
                </c:pt>
                <c:pt idx="834">
                  <c:v>41.9793556</c:v>
                </c:pt>
                <c:pt idx="835">
                  <c:v>41.979358</c:v>
                </c:pt>
                <c:pt idx="836">
                  <c:v>41.9793616</c:v>
                </c:pt>
                <c:pt idx="837">
                  <c:v>41.9793644</c:v>
                </c:pt>
                <c:pt idx="838">
                  <c:v>41.9793538</c:v>
                </c:pt>
                <c:pt idx="839">
                  <c:v>41.9793554</c:v>
                </c:pt>
                <c:pt idx="840">
                  <c:v>41.9840413</c:v>
                </c:pt>
                <c:pt idx="841">
                  <c:v>41.9853679</c:v>
                </c:pt>
                <c:pt idx="842">
                  <c:v>41.9868221</c:v>
                </c:pt>
                <c:pt idx="843">
                  <c:v>41.9881468</c:v>
                </c:pt>
                <c:pt idx="844">
                  <c:v>41.9889215</c:v>
                </c:pt>
                <c:pt idx="845">
                  <c:v>41.9889199</c:v>
                </c:pt>
                <c:pt idx="846">
                  <c:v>41.9889253</c:v>
                </c:pt>
                <c:pt idx="847">
                  <c:v>41.9889221</c:v>
                </c:pt>
                <c:pt idx="848">
                  <c:v>41.9889241</c:v>
                </c:pt>
                <c:pt idx="849">
                  <c:v>41.9889238</c:v>
                </c:pt>
                <c:pt idx="850">
                  <c:v>41.9889208</c:v>
                </c:pt>
                <c:pt idx="851">
                  <c:v>41.9889149</c:v>
                </c:pt>
                <c:pt idx="852">
                  <c:v>41.9889145</c:v>
                </c:pt>
                <c:pt idx="853">
                  <c:v>41.9889175</c:v>
                </c:pt>
                <c:pt idx="854">
                  <c:v>41.9889222</c:v>
                </c:pt>
                <c:pt idx="855">
                  <c:v>41.9889255</c:v>
                </c:pt>
                <c:pt idx="856">
                  <c:v>41.9889357</c:v>
                </c:pt>
                <c:pt idx="857">
                  <c:v>41.9889408</c:v>
                </c:pt>
                <c:pt idx="858">
                  <c:v>41.9889444</c:v>
                </c:pt>
                <c:pt idx="859">
                  <c:v>41.9891501</c:v>
                </c:pt>
                <c:pt idx="860">
                  <c:v>41.989986</c:v>
                </c:pt>
                <c:pt idx="861">
                  <c:v>41.9939362</c:v>
                </c:pt>
                <c:pt idx="862">
                  <c:v>41.9939351</c:v>
                </c:pt>
                <c:pt idx="863">
                  <c:v>41.9928901</c:v>
                </c:pt>
                <c:pt idx="864">
                  <c:v>41.9920065</c:v>
                </c:pt>
                <c:pt idx="865">
                  <c:v>41.9907018</c:v>
                </c:pt>
                <c:pt idx="866">
                  <c:v>41.9898577</c:v>
                </c:pt>
                <c:pt idx="867">
                  <c:v>41.9890722</c:v>
                </c:pt>
                <c:pt idx="868">
                  <c:v>41.9883731</c:v>
                </c:pt>
                <c:pt idx="869">
                  <c:v>41.9845713</c:v>
                </c:pt>
                <c:pt idx="870">
                  <c:v>41.9838756</c:v>
                </c:pt>
                <c:pt idx="871">
                  <c:v>41.9830448</c:v>
                </c:pt>
                <c:pt idx="872">
                  <c:v>41.9793851</c:v>
                </c:pt>
                <c:pt idx="873">
                  <c:v>41.9793992</c:v>
                </c:pt>
                <c:pt idx="874">
                  <c:v>41.9922416</c:v>
                </c:pt>
                <c:pt idx="875">
                  <c:v>41.9931768</c:v>
                </c:pt>
                <c:pt idx="876">
                  <c:v>41.9938024</c:v>
                </c:pt>
                <c:pt idx="877">
                  <c:v>41.9938533</c:v>
                </c:pt>
                <c:pt idx="878">
                  <c:v>41.9938574</c:v>
                </c:pt>
                <c:pt idx="879">
                  <c:v>41.9938658</c:v>
                </c:pt>
                <c:pt idx="880">
                  <c:v>41.9938756</c:v>
                </c:pt>
                <c:pt idx="881">
                  <c:v>41.9938833</c:v>
                </c:pt>
                <c:pt idx="882">
                  <c:v>41.9938961</c:v>
                </c:pt>
                <c:pt idx="883">
                  <c:v>41.9934088</c:v>
                </c:pt>
                <c:pt idx="884">
                  <c:v>41.9925958</c:v>
                </c:pt>
                <c:pt idx="885">
                  <c:v>41.9913502</c:v>
                </c:pt>
                <c:pt idx="886">
                  <c:v>41.9907257</c:v>
                </c:pt>
                <c:pt idx="887">
                  <c:v>41.9898377</c:v>
                </c:pt>
                <c:pt idx="888">
                  <c:v>41.9891257</c:v>
                </c:pt>
                <c:pt idx="889">
                  <c:v>41.9885439</c:v>
                </c:pt>
                <c:pt idx="890">
                  <c:v>41.9877262</c:v>
                </c:pt>
                <c:pt idx="891">
                  <c:v>41.9870411</c:v>
                </c:pt>
                <c:pt idx="892">
                  <c:v>41.9870275</c:v>
                </c:pt>
                <c:pt idx="893">
                  <c:v>41.9866623</c:v>
                </c:pt>
                <c:pt idx="894">
                  <c:v>41.9866502</c:v>
                </c:pt>
                <c:pt idx="895">
                  <c:v>41.9866386</c:v>
                </c:pt>
                <c:pt idx="896">
                  <c:v>41.9862618</c:v>
                </c:pt>
                <c:pt idx="897">
                  <c:v>41.985215</c:v>
                </c:pt>
                <c:pt idx="898">
                  <c:v>41.9778431</c:v>
                </c:pt>
                <c:pt idx="899">
                  <c:v>41.9789959</c:v>
                </c:pt>
                <c:pt idx="900">
                  <c:v>41.9792208</c:v>
                </c:pt>
                <c:pt idx="901">
                  <c:v>41.9792181</c:v>
                </c:pt>
                <c:pt idx="902">
                  <c:v>41.9792271</c:v>
                </c:pt>
                <c:pt idx="903">
                  <c:v>41.9793835</c:v>
                </c:pt>
                <c:pt idx="904">
                  <c:v>41.979375</c:v>
                </c:pt>
                <c:pt idx="905">
                  <c:v>41.9793637</c:v>
                </c:pt>
                <c:pt idx="906">
                  <c:v>41.9793447</c:v>
                </c:pt>
                <c:pt idx="907">
                  <c:v>41.9786812</c:v>
                </c:pt>
                <c:pt idx="908">
                  <c:v>41.9752718</c:v>
                </c:pt>
                <c:pt idx="909">
                  <c:v>41.9730469</c:v>
                </c:pt>
                <c:pt idx="910">
                  <c:v>41.9649668</c:v>
                </c:pt>
                <c:pt idx="911">
                  <c:v>41.9649748</c:v>
                </c:pt>
                <c:pt idx="912">
                  <c:v>41.9649822</c:v>
                </c:pt>
                <c:pt idx="913">
                  <c:v>41.9649866</c:v>
                </c:pt>
                <c:pt idx="914">
                  <c:v>41.964996</c:v>
                </c:pt>
                <c:pt idx="915">
                  <c:v>41.9650155</c:v>
                </c:pt>
                <c:pt idx="916">
                  <c:v>41.9651055</c:v>
                </c:pt>
                <c:pt idx="917">
                  <c:v>41.9651092</c:v>
                </c:pt>
                <c:pt idx="918">
                  <c:v>41.9652003</c:v>
                </c:pt>
                <c:pt idx="919">
                  <c:v>41.9652107</c:v>
                </c:pt>
                <c:pt idx="920">
                  <c:v>41.9652219</c:v>
                </c:pt>
                <c:pt idx="921">
                  <c:v>41.9570528</c:v>
                </c:pt>
                <c:pt idx="922">
                  <c:v>41.9561798</c:v>
                </c:pt>
                <c:pt idx="923">
                  <c:v>41.9512564</c:v>
                </c:pt>
                <c:pt idx="924">
                  <c:v>41.9505983</c:v>
                </c:pt>
                <c:pt idx="925">
                  <c:v>41.9505782</c:v>
                </c:pt>
                <c:pt idx="926">
                  <c:v>41.9504858</c:v>
                </c:pt>
                <c:pt idx="927">
                  <c:v>41.9504626</c:v>
                </c:pt>
                <c:pt idx="928">
                  <c:v>41.9496848</c:v>
                </c:pt>
                <c:pt idx="929">
                  <c:v>41.9484491</c:v>
                </c:pt>
                <c:pt idx="930">
                  <c:v>41.9442325</c:v>
                </c:pt>
                <c:pt idx="931">
                  <c:v>41.9441931</c:v>
                </c:pt>
                <c:pt idx="932">
                  <c:v>41.9441874</c:v>
                </c:pt>
                <c:pt idx="933">
                  <c:v>41.9376851</c:v>
                </c:pt>
                <c:pt idx="934">
                  <c:v>41.9364887</c:v>
                </c:pt>
                <c:pt idx="935">
                  <c:v>41.9361422</c:v>
                </c:pt>
                <c:pt idx="936">
                  <c:v>41.9361447</c:v>
                </c:pt>
                <c:pt idx="937">
                  <c:v>41.9361475</c:v>
                </c:pt>
                <c:pt idx="938">
                  <c:v>41.9361456</c:v>
                </c:pt>
                <c:pt idx="939">
                  <c:v>41.9471546</c:v>
                </c:pt>
                <c:pt idx="940">
                  <c:v>41.9619291</c:v>
                </c:pt>
                <c:pt idx="941">
                  <c:v>41.9648407</c:v>
                </c:pt>
                <c:pt idx="942">
                  <c:v>41.9655522</c:v>
                </c:pt>
                <c:pt idx="943">
                  <c:v>41.9695255</c:v>
                </c:pt>
                <c:pt idx="944">
                  <c:v>41.970955</c:v>
                </c:pt>
                <c:pt idx="945">
                  <c:v>41.9752262</c:v>
                </c:pt>
                <c:pt idx="946">
                  <c:v>41.9765937</c:v>
                </c:pt>
                <c:pt idx="947">
                  <c:v>41.97748</c:v>
                </c:pt>
                <c:pt idx="948">
                  <c:v>41.9783615</c:v>
                </c:pt>
                <c:pt idx="949">
                  <c:v>41.9792118</c:v>
                </c:pt>
                <c:pt idx="950">
                  <c:v>41.9860005</c:v>
                </c:pt>
                <c:pt idx="951">
                  <c:v>41.992547</c:v>
                </c:pt>
                <c:pt idx="952">
                  <c:v>41.9938273</c:v>
                </c:pt>
                <c:pt idx="953">
                  <c:v>41.9950743</c:v>
                </c:pt>
                <c:pt idx="954">
                  <c:v>41.9959934</c:v>
                </c:pt>
                <c:pt idx="955">
                  <c:v>42.0048424</c:v>
                </c:pt>
                <c:pt idx="956">
                  <c:v>42.0058429</c:v>
                </c:pt>
                <c:pt idx="957">
                  <c:v>42.0071389</c:v>
                </c:pt>
                <c:pt idx="958">
                  <c:v>42.0080446</c:v>
                </c:pt>
                <c:pt idx="959">
                  <c:v>42.0088285</c:v>
                </c:pt>
                <c:pt idx="960">
                  <c:v>42.0096758</c:v>
                </c:pt>
                <c:pt idx="961">
                  <c:v>42.0106681</c:v>
                </c:pt>
                <c:pt idx="962">
                  <c:v>42.0115529</c:v>
                </c:pt>
                <c:pt idx="963">
                  <c:v>42.0129459</c:v>
                </c:pt>
                <c:pt idx="964">
                  <c:v>42.0139467</c:v>
                </c:pt>
                <c:pt idx="965">
                  <c:v>42.0149086</c:v>
                </c:pt>
                <c:pt idx="966">
                  <c:v>42.0159981</c:v>
                </c:pt>
                <c:pt idx="967">
                  <c:v>42.017199</c:v>
                </c:pt>
                <c:pt idx="968">
                  <c:v>42.0183148</c:v>
                </c:pt>
                <c:pt idx="969">
                  <c:v>42.0194052</c:v>
                </c:pt>
                <c:pt idx="970">
                  <c:v>42.0225953</c:v>
                </c:pt>
                <c:pt idx="971">
                  <c:v>42.0225953</c:v>
                </c:pt>
                <c:pt idx="972">
                  <c:v>42.0227791</c:v>
                </c:pt>
                <c:pt idx="973">
                  <c:v>42.023168</c:v>
                </c:pt>
                <c:pt idx="974">
                  <c:v>42.021108</c:v>
                </c:pt>
                <c:pt idx="975">
                  <c:v>42.0194092</c:v>
                </c:pt>
                <c:pt idx="976">
                  <c:v>42.0187469</c:v>
                </c:pt>
                <c:pt idx="977">
                  <c:v>42.0177184</c:v>
                </c:pt>
                <c:pt idx="978">
                  <c:v>42.0164947</c:v>
                </c:pt>
                <c:pt idx="979">
                  <c:v>42.013042</c:v>
                </c:pt>
                <c:pt idx="980">
                  <c:v>42.0117614</c:v>
                </c:pt>
                <c:pt idx="981">
                  <c:v>42.0105049</c:v>
                </c:pt>
                <c:pt idx="982">
                  <c:v>41.9948642</c:v>
                </c:pt>
                <c:pt idx="983">
                  <c:v>41.9936853</c:v>
                </c:pt>
                <c:pt idx="984">
                  <c:v>41.9926131</c:v>
                </c:pt>
                <c:pt idx="985">
                  <c:v>41.9893753</c:v>
                </c:pt>
                <c:pt idx="986">
                  <c:v>41.9893609</c:v>
                </c:pt>
                <c:pt idx="987">
                  <c:v>41.988928</c:v>
                </c:pt>
                <c:pt idx="988">
                  <c:v>41.9879685</c:v>
                </c:pt>
                <c:pt idx="989">
                  <c:v>41.9868655</c:v>
                </c:pt>
                <c:pt idx="990">
                  <c:v>41.98589</c:v>
                </c:pt>
                <c:pt idx="991">
                  <c:v>41.9793825</c:v>
                </c:pt>
                <c:pt idx="992">
                  <c:v>41.9678236</c:v>
                </c:pt>
                <c:pt idx="993">
                  <c:v>41.9667652</c:v>
                </c:pt>
                <c:pt idx="994">
                  <c:v>41.9657612</c:v>
                </c:pt>
                <c:pt idx="995">
                  <c:v>41.9650183</c:v>
                </c:pt>
                <c:pt idx="996">
                  <c:v>41.9567959</c:v>
                </c:pt>
                <c:pt idx="997">
                  <c:v>41.9681948</c:v>
                </c:pt>
                <c:pt idx="998">
                  <c:v>41.9713968</c:v>
                </c:pt>
                <c:pt idx="999">
                  <c:v>41.9961608</c:v>
                </c:pt>
                <c:pt idx="1000">
                  <c:v>41.9968781</c:v>
                </c:pt>
                <c:pt idx="1001">
                  <c:v>41.9976252</c:v>
                </c:pt>
                <c:pt idx="1002">
                  <c:v>41.9987361</c:v>
                </c:pt>
                <c:pt idx="1003">
                  <c:v>41.9995334</c:v>
                </c:pt>
                <c:pt idx="1004">
                  <c:v>42.0003915</c:v>
                </c:pt>
                <c:pt idx="1005">
                  <c:v>42.0045129</c:v>
                </c:pt>
                <c:pt idx="1006">
                  <c:v>42.010252</c:v>
                </c:pt>
                <c:pt idx="1007">
                  <c:v>42.0112672</c:v>
                </c:pt>
                <c:pt idx="1008">
                  <c:v>42.0135683</c:v>
                </c:pt>
                <c:pt idx="1009">
                  <c:v>42.0145301</c:v>
                </c:pt>
                <c:pt idx="1010">
                  <c:v>42.0162385</c:v>
                </c:pt>
                <c:pt idx="1011">
                  <c:v>42.0172264</c:v>
                </c:pt>
                <c:pt idx="1012">
                  <c:v>42.018281</c:v>
                </c:pt>
                <c:pt idx="1013">
                  <c:v>42.0192283</c:v>
                </c:pt>
                <c:pt idx="1014">
                  <c:v>42.0227642</c:v>
                </c:pt>
                <c:pt idx="1015">
                  <c:v>42.0227758</c:v>
                </c:pt>
                <c:pt idx="1016">
                  <c:v>42.0227767</c:v>
                </c:pt>
                <c:pt idx="1017">
                  <c:v>42.0215324</c:v>
                </c:pt>
                <c:pt idx="1018">
                  <c:v>42.0208487</c:v>
                </c:pt>
                <c:pt idx="1019">
                  <c:v>42.0201113</c:v>
                </c:pt>
                <c:pt idx="1020">
                  <c:v>42.0193042</c:v>
                </c:pt>
                <c:pt idx="1021">
                  <c:v>42.0169302</c:v>
                </c:pt>
                <c:pt idx="1022">
                  <c:v>42.0052586</c:v>
                </c:pt>
                <c:pt idx="1023">
                  <c:v>42.001553</c:v>
                </c:pt>
                <c:pt idx="1024">
                  <c:v>42.000705</c:v>
                </c:pt>
                <c:pt idx="1025">
                  <c:v>41.99943</c:v>
                </c:pt>
                <c:pt idx="1026">
                  <c:v>41.998605</c:v>
                </c:pt>
                <c:pt idx="1027">
                  <c:v>41.9969737</c:v>
                </c:pt>
                <c:pt idx="1028">
                  <c:v>41.9959271</c:v>
                </c:pt>
                <c:pt idx="1029">
                  <c:v>41.9950211</c:v>
                </c:pt>
                <c:pt idx="1030">
                  <c:v>41.9937045</c:v>
                </c:pt>
                <c:pt idx="1031">
                  <c:v>41.992887</c:v>
                </c:pt>
                <c:pt idx="1032">
                  <c:v>41.9920119</c:v>
                </c:pt>
                <c:pt idx="1033">
                  <c:v>41.991224</c:v>
                </c:pt>
                <c:pt idx="1034">
                  <c:v>41.9611071</c:v>
                </c:pt>
                <c:pt idx="1035">
                  <c:v>41.9602516</c:v>
                </c:pt>
                <c:pt idx="1036">
                  <c:v>41.9594805</c:v>
                </c:pt>
                <c:pt idx="1037">
                  <c:v>41.9565953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Sheet1!$B$1041</c:f>
              <c:strCache>
                <c:ptCount val="1"/>
                <c:pt idx="0">
                  <c:v>no serving cell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8C1D40"/>
              </a:solidFill>
              <a:ln>
                <a:noFill/>
              </a:ln>
            </c:spPr>
          </c:marker>
          <c:xVal>
            <c:numRef>
              <c:f>Sheet1!$A$1042:$A$1789</c:f>
              <c:numCache>
                <c:formatCode>General</c:formatCode>
                <c:ptCount val="748"/>
                <c:pt idx="0">
                  <c:v>-93.8032947</c:v>
                </c:pt>
                <c:pt idx="1">
                  <c:v>-93.8155361</c:v>
                </c:pt>
                <c:pt idx="2">
                  <c:v>-93.8158662</c:v>
                </c:pt>
                <c:pt idx="3">
                  <c:v>-93.8160054</c:v>
                </c:pt>
                <c:pt idx="4">
                  <c:v>-93.8160027</c:v>
                </c:pt>
                <c:pt idx="5">
                  <c:v>-93.8160091</c:v>
                </c:pt>
                <c:pt idx="6">
                  <c:v>-93.8164437</c:v>
                </c:pt>
                <c:pt idx="7">
                  <c:v>-93.8193772</c:v>
                </c:pt>
                <c:pt idx="8">
                  <c:v>-93.821473</c:v>
                </c:pt>
                <c:pt idx="9">
                  <c:v>-93.8243011</c:v>
                </c:pt>
                <c:pt idx="10">
                  <c:v>-93.8265352</c:v>
                </c:pt>
                <c:pt idx="11">
                  <c:v>-93.8283793</c:v>
                </c:pt>
                <c:pt idx="12">
                  <c:v>-93.8301321</c:v>
                </c:pt>
                <c:pt idx="13">
                  <c:v>-93.8328437</c:v>
                </c:pt>
                <c:pt idx="14">
                  <c:v>-93.8332239</c:v>
                </c:pt>
                <c:pt idx="15">
                  <c:v>-93.829879</c:v>
                </c:pt>
                <c:pt idx="16">
                  <c:v>-93.8283145</c:v>
                </c:pt>
                <c:pt idx="17">
                  <c:v>-93.8269732</c:v>
                </c:pt>
                <c:pt idx="18">
                  <c:v>-93.825418</c:v>
                </c:pt>
                <c:pt idx="19">
                  <c:v>-93.8241168</c:v>
                </c:pt>
                <c:pt idx="20">
                  <c:v>-93.8226426</c:v>
                </c:pt>
                <c:pt idx="21">
                  <c:v>-93.8214933</c:v>
                </c:pt>
                <c:pt idx="22">
                  <c:v>-93.8203003</c:v>
                </c:pt>
                <c:pt idx="23">
                  <c:v>-93.8188667</c:v>
                </c:pt>
                <c:pt idx="24">
                  <c:v>-93.8176908</c:v>
                </c:pt>
                <c:pt idx="25">
                  <c:v>-93.8156128</c:v>
                </c:pt>
                <c:pt idx="26">
                  <c:v>-93.8156193</c:v>
                </c:pt>
                <c:pt idx="27">
                  <c:v>-93.8156134</c:v>
                </c:pt>
                <c:pt idx="28">
                  <c:v>-93.8156101</c:v>
                </c:pt>
                <c:pt idx="29">
                  <c:v>-93.8155986</c:v>
                </c:pt>
                <c:pt idx="30">
                  <c:v>-93.8155926</c:v>
                </c:pt>
                <c:pt idx="31">
                  <c:v>-93.8155879</c:v>
                </c:pt>
                <c:pt idx="32">
                  <c:v>-93.8155903</c:v>
                </c:pt>
                <c:pt idx="33">
                  <c:v>-93.8156119</c:v>
                </c:pt>
                <c:pt idx="34">
                  <c:v>-93.8153925</c:v>
                </c:pt>
                <c:pt idx="35">
                  <c:v>-93.8153854</c:v>
                </c:pt>
                <c:pt idx="36">
                  <c:v>-93.8154155</c:v>
                </c:pt>
                <c:pt idx="37">
                  <c:v>-93.8220269</c:v>
                </c:pt>
                <c:pt idx="38">
                  <c:v>-93.8352395</c:v>
                </c:pt>
                <c:pt idx="39">
                  <c:v>-93.8437303</c:v>
                </c:pt>
                <c:pt idx="40">
                  <c:v>-93.851206</c:v>
                </c:pt>
                <c:pt idx="41">
                  <c:v>-93.8548955</c:v>
                </c:pt>
                <c:pt idx="42">
                  <c:v>-93.8571576</c:v>
                </c:pt>
                <c:pt idx="43">
                  <c:v>-93.8602426</c:v>
                </c:pt>
                <c:pt idx="44">
                  <c:v>-93.8630812</c:v>
                </c:pt>
                <c:pt idx="45">
                  <c:v>-93.8644261</c:v>
                </c:pt>
                <c:pt idx="46">
                  <c:v>-93.8662933</c:v>
                </c:pt>
                <c:pt idx="47">
                  <c:v>-93.869915</c:v>
                </c:pt>
                <c:pt idx="48">
                  <c:v>-93.8699719</c:v>
                </c:pt>
                <c:pt idx="49">
                  <c:v>-93.8671835</c:v>
                </c:pt>
                <c:pt idx="50">
                  <c:v>-93.862614</c:v>
                </c:pt>
                <c:pt idx="51">
                  <c:v>-93.8606243</c:v>
                </c:pt>
                <c:pt idx="52">
                  <c:v>-93.8585599</c:v>
                </c:pt>
                <c:pt idx="53">
                  <c:v>-93.8567474</c:v>
                </c:pt>
                <c:pt idx="54">
                  <c:v>-93.8546615</c:v>
                </c:pt>
                <c:pt idx="55">
                  <c:v>-93.8481062</c:v>
                </c:pt>
                <c:pt idx="56">
                  <c:v>-93.8401485</c:v>
                </c:pt>
                <c:pt idx="57">
                  <c:v>-93.8278461</c:v>
                </c:pt>
                <c:pt idx="58">
                  <c:v>-93.8192652</c:v>
                </c:pt>
                <c:pt idx="59">
                  <c:v>-93.8141528</c:v>
                </c:pt>
                <c:pt idx="60">
                  <c:v>-93.8140593</c:v>
                </c:pt>
                <c:pt idx="61">
                  <c:v>-93.8139294</c:v>
                </c:pt>
                <c:pt idx="62">
                  <c:v>-93.8124097</c:v>
                </c:pt>
                <c:pt idx="63">
                  <c:v>-93.8096789</c:v>
                </c:pt>
                <c:pt idx="64">
                  <c:v>-93.8075986</c:v>
                </c:pt>
                <c:pt idx="65">
                  <c:v>-93.8055178</c:v>
                </c:pt>
                <c:pt idx="66">
                  <c:v>-93.8022643</c:v>
                </c:pt>
                <c:pt idx="67">
                  <c:v>-93.7999138</c:v>
                </c:pt>
                <c:pt idx="68">
                  <c:v>-93.7924573</c:v>
                </c:pt>
                <c:pt idx="69">
                  <c:v>-93.7916815</c:v>
                </c:pt>
                <c:pt idx="70">
                  <c:v>-93.7910538</c:v>
                </c:pt>
                <c:pt idx="71">
                  <c:v>-93.7904496</c:v>
                </c:pt>
                <c:pt idx="72">
                  <c:v>-93.7889827</c:v>
                </c:pt>
                <c:pt idx="73">
                  <c:v>-93.7882048</c:v>
                </c:pt>
                <c:pt idx="74">
                  <c:v>-93.7875693</c:v>
                </c:pt>
                <c:pt idx="75">
                  <c:v>-93.7764193</c:v>
                </c:pt>
                <c:pt idx="76">
                  <c:v>-93.7764526</c:v>
                </c:pt>
                <c:pt idx="77">
                  <c:v>-93.7765262</c:v>
                </c:pt>
                <c:pt idx="78">
                  <c:v>-93.7765606</c:v>
                </c:pt>
                <c:pt idx="79">
                  <c:v>-93.7764591</c:v>
                </c:pt>
                <c:pt idx="80">
                  <c:v>-93.7763656</c:v>
                </c:pt>
                <c:pt idx="81">
                  <c:v>-93.7763575</c:v>
                </c:pt>
                <c:pt idx="82">
                  <c:v>-93.7771367</c:v>
                </c:pt>
                <c:pt idx="83">
                  <c:v>-93.7799423</c:v>
                </c:pt>
                <c:pt idx="84">
                  <c:v>-93.7876227</c:v>
                </c:pt>
                <c:pt idx="85">
                  <c:v>-93.7903752</c:v>
                </c:pt>
                <c:pt idx="86">
                  <c:v>-93.7967702</c:v>
                </c:pt>
                <c:pt idx="87">
                  <c:v>-93.800014</c:v>
                </c:pt>
                <c:pt idx="88">
                  <c:v>-93.8023507</c:v>
                </c:pt>
                <c:pt idx="89">
                  <c:v>-93.8044801</c:v>
                </c:pt>
                <c:pt idx="90">
                  <c:v>-93.8072083</c:v>
                </c:pt>
                <c:pt idx="91">
                  <c:v>-93.8133675</c:v>
                </c:pt>
                <c:pt idx="92">
                  <c:v>-93.8197865</c:v>
                </c:pt>
                <c:pt idx="93">
                  <c:v>-93.8307045</c:v>
                </c:pt>
                <c:pt idx="94">
                  <c:v>-93.8323123</c:v>
                </c:pt>
                <c:pt idx="95">
                  <c:v>-93.8435476</c:v>
                </c:pt>
                <c:pt idx="96">
                  <c:v>-93.8553502</c:v>
                </c:pt>
                <c:pt idx="97">
                  <c:v>-93.8630188</c:v>
                </c:pt>
                <c:pt idx="98">
                  <c:v>-93.8651507</c:v>
                </c:pt>
                <c:pt idx="99">
                  <c:v>-93.8694635</c:v>
                </c:pt>
                <c:pt idx="100">
                  <c:v>-93.871858</c:v>
                </c:pt>
                <c:pt idx="101">
                  <c:v>-93.8740032</c:v>
                </c:pt>
                <c:pt idx="102">
                  <c:v>-93.8739735</c:v>
                </c:pt>
                <c:pt idx="103">
                  <c:v>-93.8738483</c:v>
                </c:pt>
                <c:pt idx="104">
                  <c:v>-93.8716556</c:v>
                </c:pt>
                <c:pt idx="105">
                  <c:v>-93.8672529</c:v>
                </c:pt>
                <c:pt idx="106">
                  <c:v>-93.86693</c:v>
                </c:pt>
                <c:pt idx="107">
                  <c:v>-93.8664206</c:v>
                </c:pt>
                <c:pt idx="108">
                  <c:v>-93.8664042</c:v>
                </c:pt>
                <c:pt idx="109">
                  <c:v>-93.8628944</c:v>
                </c:pt>
                <c:pt idx="110">
                  <c:v>-93.8573721</c:v>
                </c:pt>
                <c:pt idx="111">
                  <c:v>-93.8524429</c:v>
                </c:pt>
                <c:pt idx="112">
                  <c:v>-93.8453184</c:v>
                </c:pt>
                <c:pt idx="113">
                  <c:v>-93.843458</c:v>
                </c:pt>
                <c:pt idx="114">
                  <c:v>-93.8421437</c:v>
                </c:pt>
                <c:pt idx="115">
                  <c:v>-93.8415998</c:v>
                </c:pt>
                <c:pt idx="116">
                  <c:v>-93.8414687</c:v>
                </c:pt>
                <c:pt idx="117">
                  <c:v>-93.8410921</c:v>
                </c:pt>
                <c:pt idx="118">
                  <c:v>-93.8410879</c:v>
                </c:pt>
                <c:pt idx="119">
                  <c:v>-93.839538</c:v>
                </c:pt>
                <c:pt idx="120">
                  <c:v>-93.8356319</c:v>
                </c:pt>
                <c:pt idx="121">
                  <c:v>-93.8305762</c:v>
                </c:pt>
                <c:pt idx="122">
                  <c:v>-93.8242494</c:v>
                </c:pt>
                <c:pt idx="123">
                  <c:v>-93.8193086</c:v>
                </c:pt>
                <c:pt idx="124">
                  <c:v>-93.7962069</c:v>
                </c:pt>
                <c:pt idx="125">
                  <c:v>-93.8099383</c:v>
                </c:pt>
                <c:pt idx="126">
                  <c:v>-93.8131188</c:v>
                </c:pt>
                <c:pt idx="127">
                  <c:v>-93.8153458</c:v>
                </c:pt>
                <c:pt idx="128">
                  <c:v>-93.8153737</c:v>
                </c:pt>
                <c:pt idx="129">
                  <c:v>-93.8153695</c:v>
                </c:pt>
                <c:pt idx="130">
                  <c:v>-93.7963586</c:v>
                </c:pt>
                <c:pt idx="131">
                  <c:v>-93.8083275</c:v>
                </c:pt>
                <c:pt idx="132">
                  <c:v>-93.8127144</c:v>
                </c:pt>
                <c:pt idx="133">
                  <c:v>-93.8153859</c:v>
                </c:pt>
                <c:pt idx="134">
                  <c:v>-93.8153998</c:v>
                </c:pt>
                <c:pt idx="135">
                  <c:v>-93.8154026</c:v>
                </c:pt>
                <c:pt idx="136">
                  <c:v>-93.8153945</c:v>
                </c:pt>
                <c:pt idx="137">
                  <c:v>-93.8153937</c:v>
                </c:pt>
                <c:pt idx="138">
                  <c:v>-93.815428</c:v>
                </c:pt>
                <c:pt idx="139">
                  <c:v>-93.8155472</c:v>
                </c:pt>
                <c:pt idx="140">
                  <c:v>-93.815661</c:v>
                </c:pt>
                <c:pt idx="141">
                  <c:v>-93.8156805</c:v>
                </c:pt>
                <c:pt idx="142">
                  <c:v>-93.8165255</c:v>
                </c:pt>
                <c:pt idx="143">
                  <c:v>-93.8245259</c:v>
                </c:pt>
                <c:pt idx="144">
                  <c:v>-93.8356925</c:v>
                </c:pt>
                <c:pt idx="145">
                  <c:v>-93.8391144</c:v>
                </c:pt>
                <c:pt idx="146">
                  <c:v>-93.8404619</c:v>
                </c:pt>
                <c:pt idx="147">
                  <c:v>-93.8434212</c:v>
                </c:pt>
                <c:pt idx="148">
                  <c:v>-93.849229</c:v>
                </c:pt>
                <c:pt idx="149">
                  <c:v>-93.8519605</c:v>
                </c:pt>
                <c:pt idx="150">
                  <c:v>-93.8571636</c:v>
                </c:pt>
                <c:pt idx="151">
                  <c:v>-93.8618958</c:v>
                </c:pt>
                <c:pt idx="152">
                  <c:v>-93.8662851</c:v>
                </c:pt>
                <c:pt idx="153">
                  <c:v>-93.8688428</c:v>
                </c:pt>
                <c:pt idx="154">
                  <c:v>-93.8714581</c:v>
                </c:pt>
                <c:pt idx="155">
                  <c:v>-93.8733971</c:v>
                </c:pt>
                <c:pt idx="156">
                  <c:v>-93.8727522</c:v>
                </c:pt>
                <c:pt idx="157">
                  <c:v>-93.8708484</c:v>
                </c:pt>
                <c:pt idx="158">
                  <c:v>-93.8708235</c:v>
                </c:pt>
                <c:pt idx="159">
                  <c:v>-93.8675586</c:v>
                </c:pt>
                <c:pt idx="160">
                  <c:v>-93.8643479</c:v>
                </c:pt>
                <c:pt idx="161">
                  <c:v>-93.8643159</c:v>
                </c:pt>
                <c:pt idx="162">
                  <c:v>-93.8642839</c:v>
                </c:pt>
                <c:pt idx="163">
                  <c:v>-93.8642389</c:v>
                </c:pt>
                <c:pt idx="164">
                  <c:v>-93.8642002</c:v>
                </c:pt>
                <c:pt idx="165">
                  <c:v>-93.8641709</c:v>
                </c:pt>
                <c:pt idx="166">
                  <c:v>-93.8627795</c:v>
                </c:pt>
                <c:pt idx="167">
                  <c:v>-93.8614916</c:v>
                </c:pt>
                <c:pt idx="168">
                  <c:v>-93.8593641</c:v>
                </c:pt>
                <c:pt idx="169">
                  <c:v>-93.8556076</c:v>
                </c:pt>
                <c:pt idx="170">
                  <c:v>-93.8547075</c:v>
                </c:pt>
                <c:pt idx="171">
                  <c:v>-93.8532647</c:v>
                </c:pt>
                <c:pt idx="172">
                  <c:v>-93.8510389</c:v>
                </c:pt>
                <c:pt idx="173">
                  <c:v>-93.8488472</c:v>
                </c:pt>
                <c:pt idx="174">
                  <c:v>-93.8443345</c:v>
                </c:pt>
                <c:pt idx="175">
                  <c:v>-93.8430205</c:v>
                </c:pt>
                <c:pt idx="176">
                  <c:v>-93.8417389</c:v>
                </c:pt>
                <c:pt idx="177">
                  <c:v>-93.8396522</c:v>
                </c:pt>
                <c:pt idx="178">
                  <c:v>-93.8372892</c:v>
                </c:pt>
                <c:pt idx="179">
                  <c:v>-93.8351577</c:v>
                </c:pt>
                <c:pt idx="180">
                  <c:v>-93.8351241</c:v>
                </c:pt>
                <c:pt idx="181">
                  <c:v>-93.8351181</c:v>
                </c:pt>
                <c:pt idx="182">
                  <c:v>-93.8351281</c:v>
                </c:pt>
                <c:pt idx="183">
                  <c:v>-93.8351159</c:v>
                </c:pt>
                <c:pt idx="184">
                  <c:v>-93.8351121</c:v>
                </c:pt>
                <c:pt idx="185">
                  <c:v>-93.8350502</c:v>
                </c:pt>
                <c:pt idx="186">
                  <c:v>-93.835091</c:v>
                </c:pt>
                <c:pt idx="187">
                  <c:v>-93.8349995</c:v>
                </c:pt>
                <c:pt idx="188">
                  <c:v>-93.8335014</c:v>
                </c:pt>
                <c:pt idx="189">
                  <c:v>-93.8310273</c:v>
                </c:pt>
                <c:pt idx="190">
                  <c:v>-93.8290587</c:v>
                </c:pt>
                <c:pt idx="191">
                  <c:v>-93.82702</c:v>
                </c:pt>
                <c:pt idx="192">
                  <c:v>-93.8236438</c:v>
                </c:pt>
                <c:pt idx="193">
                  <c:v>-93.8214471</c:v>
                </c:pt>
                <c:pt idx="194">
                  <c:v>-93.8183718</c:v>
                </c:pt>
                <c:pt idx="195">
                  <c:v>-93.8160456</c:v>
                </c:pt>
                <c:pt idx="196">
                  <c:v>-93.8151237</c:v>
                </c:pt>
                <c:pt idx="197">
                  <c:v>-93.8127769</c:v>
                </c:pt>
                <c:pt idx="198">
                  <c:v>-93.8106201</c:v>
                </c:pt>
                <c:pt idx="199">
                  <c:v>-93.8084968</c:v>
                </c:pt>
                <c:pt idx="200">
                  <c:v>-93.8061819</c:v>
                </c:pt>
                <c:pt idx="201">
                  <c:v>-93.8039153</c:v>
                </c:pt>
                <c:pt idx="202">
                  <c:v>-93.8017861</c:v>
                </c:pt>
                <c:pt idx="203">
                  <c:v>-93.7987241</c:v>
                </c:pt>
                <c:pt idx="204">
                  <c:v>-93.7965335</c:v>
                </c:pt>
                <c:pt idx="205">
                  <c:v>-93.7954095</c:v>
                </c:pt>
                <c:pt idx="206">
                  <c:v>-93.795415</c:v>
                </c:pt>
                <c:pt idx="207">
                  <c:v>-93.79542</c:v>
                </c:pt>
                <c:pt idx="208">
                  <c:v>-93.7954189</c:v>
                </c:pt>
                <c:pt idx="209">
                  <c:v>-93.7954275</c:v>
                </c:pt>
                <c:pt idx="210">
                  <c:v>-93.7954343</c:v>
                </c:pt>
                <c:pt idx="211">
                  <c:v>-93.7954407</c:v>
                </c:pt>
                <c:pt idx="212">
                  <c:v>-93.7954282</c:v>
                </c:pt>
                <c:pt idx="213">
                  <c:v>-93.7980686</c:v>
                </c:pt>
                <c:pt idx="214">
                  <c:v>-93.8104078</c:v>
                </c:pt>
                <c:pt idx="215">
                  <c:v>-93.8154466</c:v>
                </c:pt>
                <c:pt idx="216">
                  <c:v>-93.8156646</c:v>
                </c:pt>
                <c:pt idx="217">
                  <c:v>-93.8156711</c:v>
                </c:pt>
                <c:pt idx="218">
                  <c:v>-93.8157052</c:v>
                </c:pt>
                <c:pt idx="219">
                  <c:v>-93.8156027</c:v>
                </c:pt>
                <c:pt idx="220">
                  <c:v>-93.8127692</c:v>
                </c:pt>
                <c:pt idx="221">
                  <c:v>-93.8056137</c:v>
                </c:pt>
                <c:pt idx="222">
                  <c:v>-93.7993284</c:v>
                </c:pt>
                <c:pt idx="223">
                  <c:v>-93.7954082</c:v>
                </c:pt>
                <c:pt idx="224">
                  <c:v>-93.7953593</c:v>
                </c:pt>
                <c:pt idx="225">
                  <c:v>-93.7953584</c:v>
                </c:pt>
                <c:pt idx="226">
                  <c:v>-93.7953632</c:v>
                </c:pt>
                <c:pt idx="227">
                  <c:v>-93.7953832</c:v>
                </c:pt>
                <c:pt idx="228">
                  <c:v>-93.7953909</c:v>
                </c:pt>
                <c:pt idx="229">
                  <c:v>-93.7953928</c:v>
                </c:pt>
                <c:pt idx="230">
                  <c:v>-93.7954082</c:v>
                </c:pt>
                <c:pt idx="231">
                  <c:v>-93.7953974</c:v>
                </c:pt>
                <c:pt idx="232">
                  <c:v>-93.7954432</c:v>
                </c:pt>
                <c:pt idx="233">
                  <c:v>-93.795449</c:v>
                </c:pt>
                <c:pt idx="234">
                  <c:v>-93.7954845</c:v>
                </c:pt>
                <c:pt idx="235">
                  <c:v>-93.7955007</c:v>
                </c:pt>
                <c:pt idx="236">
                  <c:v>-93.7955233</c:v>
                </c:pt>
                <c:pt idx="237">
                  <c:v>-93.7955257</c:v>
                </c:pt>
                <c:pt idx="238">
                  <c:v>-93.7955672</c:v>
                </c:pt>
                <c:pt idx="239">
                  <c:v>-93.7962586</c:v>
                </c:pt>
                <c:pt idx="240">
                  <c:v>-93.7963188</c:v>
                </c:pt>
                <c:pt idx="241">
                  <c:v>-93.796363</c:v>
                </c:pt>
                <c:pt idx="242">
                  <c:v>-93.7963865</c:v>
                </c:pt>
                <c:pt idx="243">
                  <c:v>-93.7764119</c:v>
                </c:pt>
                <c:pt idx="244">
                  <c:v>-93.7788252</c:v>
                </c:pt>
                <c:pt idx="245">
                  <c:v>-93.7915598</c:v>
                </c:pt>
                <c:pt idx="246">
                  <c:v>-93.7964378</c:v>
                </c:pt>
                <c:pt idx="247">
                  <c:v>-93.8011153</c:v>
                </c:pt>
                <c:pt idx="248">
                  <c:v>-93.8156406</c:v>
                </c:pt>
                <c:pt idx="249">
                  <c:v>-93.815659</c:v>
                </c:pt>
                <c:pt idx="250">
                  <c:v>-93.8261927</c:v>
                </c:pt>
                <c:pt idx="251">
                  <c:v>-93.8554966</c:v>
                </c:pt>
                <c:pt idx="252">
                  <c:v>-93.8562387</c:v>
                </c:pt>
                <c:pt idx="253">
                  <c:v>-93.8534899</c:v>
                </c:pt>
                <c:pt idx="254">
                  <c:v>-93.8525737</c:v>
                </c:pt>
                <c:pt idx="255">
                  <c:v>-93.8523678</c:v>
                </c:pt>
                <c:pt idx="256">
                  <c:v>-93.8544768</c:v>
                </c:pt>
                <c:pt idx="257">
                  <c:v>-93.8544516</c:v>
                </c:pt>
                <c:pt idx="258">
                  <c:v>-93.8544369</c:v>
                </c:pt>
                <c:pt idx="259">
                  <c:v>-93.8544398</c:v>
                </c:pt>
                <c:pt idx="260">
                  <c:v>-93.8544261</c:v>
                </c:pt>
                <c:pt idx="261">
                  <c:v>-93.8544171</c:v>
                </c:pt>
                <c:pt idx="262">
                  <c:v>-93.8543781</c:v>
                </c:pt>
                <c:pt idx="263">
                  <c:v>-93.8514406</c:v>
                </c:pt>
                <c:pt idx="264">
                  <c:v>-93.8504022</c:v>
                </c:pt>
                <c:pt idx="265">
                  <c:v>-93.8472081</c:v>
                </c:pt>
                <c:pt idx="266">
                  <c:v>-93.8452669</c:v>
                </c:pt>
                <c:pt idx="267">
                  <c:v>-93.841239</c:v>
                </c:pt>
                <c:pt idx="268">
                  <c:v>-93.8406471</c:v>
                </c:pt>
                <c:pt idx="269">
                  <c:v>-93.8403424</c:v>
                </c:pt>
                <c:pt idx="270">
                  <c:v>-93.8403709</c:v>
                </c:pt>
                <c:pt idx="271">
                  <c:v>-93.8405002</c:v>
                </c:pt>
                <c:pt idx="272">
                  <c:v>-93.8402599</c:v>
                </c:pt>
                <c:pt idx="273">
                  <c:v>-93.8493052</c:v>
                </c:pt>
                <c:pt idx="274">
                  <c:v>-93.8493125</c:v>
                </c:pt>
                <c:pt idx="275">
                  <c:v>-93.8500817</c:v>
                </c:pt>
                <c:pt idx="276">
                  <c:v>-93.8512398</c:v>
                </c:pt>
                <c:pt idx="277">
                  <c:v>-93.8522071</c:v>
                </c:pt>
                <c:pt idx="278">
                  <c:v>-93.8515187</c:v>
                </c:pt>
                <c:pt idx="279">
                  <c:v>-93.8529629</c:v>
                </c:pt>
                <c:pt idx="280">
                  <c:v>-93.8536617</c:v>
                </c:pt>
                <c:pt idx="281">
                  <c:v>-93.8486126</c:v>
                </c:pt>
                <c:pt idx="282">
                  <c:v>-93.8439478</c:v>
                </c:pt>
                <c:pt idx="283">
                  <c:v>-93.8387508</c:v>
                </c:pt>
                <c:pt idx="284">
                  <c:v>-93.8315291</c:v>
                </c:pt>
                <c:pt idx="285">
                  <c:v>-93.8257959</c:v>
                </c:pt>
                <c:pt idx="286">
                  <c:v>-93.8201677</c:v>
                </c:pt>
                <c:pt idx="287">
                  <c:v>-93.8121457</c:v>
                </c:pt>
                <c:pt idx="288">
                  <c:v>-93.8065367</c:v>
                </c:pt>
                <c:pt idx="289">
                  <c:v>-93.7991805</c:v>
                </c:pt>
                <c:pt idx="290">
                  <c:v>-93.7936103</c:v>
                </c:pt>
                <c:pt idx="291">
                  <c:v>-93.8048894</c:v>
                </c:pt>
                <c:pt idx="292">
                  <c:v>-93.8192024</c:v>
                </c:pt>
                <c:pt idx="293">
                  <c:v>-93.8234616</c:v>
                </c:pt>
                <c:pt idx="294">
                  <c:v>-93.8258469</c:v>
                </c:pt>
                <c:pt idx="295">
                  <c:v>-93.8360141</c:v>
                </c:pt>
                <c:pt idx="296">
                  <c:v>-93.8381549</c:v>
                </c:pt>
                <c:pt idx="297">
                  <c:v>-93.8402627</c:v>
                </c:pt>
                <c:pt idx="298">
                  <c:v>-93.8422453</c:v>
                </c:pt>
                <c:pt idx="299">
                  <c:v>-93.8445974</c:v>
                </c:pt>
                <c:pt idx="300">
                  <c:v>-93.8513848</c:v>
                </c:pt>
                <c:pt idx="301">
                  <c:v>-93.8515699</c:v>
                </c:pt>
                <c:pt idx="302">
                  <c:v>-93.8518893</c:v>
                </c:pt>
                <c:pt idx="303">
                  <c:v>-93.8525378</c:v>
                </c:pt>
                <c:pt idx="304">
                  <c:v>-93.8524009</c:v>
                </c:pt>
                <c:pt idx="305">
                  <c:v>-93.8521673</c:v>
                </c:pt>
                <c:pt idx="306">
                  <c:v>-93.8500229</c:v>
                </c:pt>
                <c:pt idx="307">
                  <c:v>-93.8468074</c:v>
                </c:pt>
                <c:pt idx="308">
                  <c:v>-93.8444937</c:v>
                </c:pt>
                <c:pt idx="309">
                  <c:v>-93.8419126</c:v>
                </c:pt>
                <c:pt idx="310">
                  <c:v>-93.8388738</c:v>
                </c:pt>
                <c:pt idx="311">
                  <c:v>-93.8366073</c:v>
                </c:pt>
                <c:pt idx="312">
                  <c:v>-93.8343553</c:v>
                </c:pt>
                <c:pt idx="313">
                  <c:v>-93.8313561</c:v>
                </c:pt>
                <c:pt idx="314">
                  <c:v>-93.829178</c:v>
                </c:pt>
                <c:pt idx="315">
                  <c:v>-93.8257509</c:v>
                </c:pt>
                <c:pt idx="316">
                  <c:v>-93.8232325</c:v>
                </c:pt>
                <c:pt idx="317">
                  <c:v>-93.8205481</c:v>
                </c:pt>
                <c:pt idx="318">
                  <c:v>-93.8170421</c:v>
                </c:pt>
                <c:pt idx="319">
                  <c:v>-93.8155447</c:v>
                </c:pt>
                <c:pt idx="320">
                  <c:v>-93.8132709</c:v>
                </c:pt>
                <c:pt idx="321">
                  <c:v>-93.8090718</c:v>
                </c:pt>
                <c:pt idx="322">
                  <c:v>-93.8067206</c:v>
                </c:pt>
                <c:pt idx="323">
                  <c:v>-93.8034657</c:v>
                </c:pt>
                <c:pt idx="324">
                  <c:v>-93.8004254</c:v>
                </c:pt>
                <c:pt idx="325">
                  <c:v>-93.7972473</c:v>
                </c:pt>
                <c:pt idx="326">
                  <c:v>-93.7926818</c:v>
                </c:pt>
                <c:pt idx="327">
                  <c:v>-93.7893305</c:v>
                </c:pt>
                <c:pt idx="328">
                  <c:v>-93.7461154</c:v>
                </c:pt>
                <c:pt idx="329">
                  <c:v>-93.7402203</c:v>
                </c:pt>
                <c:pt idx="330">
                  <c:v>-93.7274096</c:v>
                </c:pt>
                <c:pt idx="331">
                  <c:v>-93.706137</c:v>
                </c:pt>
                <c:pt idx="332">
                  <c:v>-93.7685276</c:v>
                </c:pt>
                <c:pt idx="333">
                  <c:v>-93.766311</c:v>
                </c:pt>
                <c:pt idx="334">
                  <c:v>-93.764009</c:v>
                </c:pt>
                <c:pt idx="335">
                  <c:v>-93.7579227</c:v>
                </c:pt>
                <c:pt idx="336">
                  <c:v>-93.7557501</c:v>
                </c:pt>
                <c:pt idx="337">
                  <c:v>-93.7478894</c:v>
                </c:pt>
                <c:pt idx="338">
                  <c:v>-93.744705</c:v>
                </c:pt>
                <c:pt idx="339">
                  <c:v>-93.7374066</c:v>
                </c:pt>
                <c:pt idx="340">
                  <c:v>-93.7374013</c:v>
                </c:pt>
                <c:pt idx="341">
                  <c:v>-93.7374002</c:v>
                </c:pt>
                <c:pt idx="342">
                  <c:v>-93.7373977</c:v>
                </c:pt>
                <c:pt idx="343">
                  <c:v>-93.737397</c:v>
                </c:pt>
                <c:pt idx="344">
                  <c:v>-93.7373956</c:v>
                </c:pt>
                <c:pt idx="345">
                  <c:v>-93.7373991</c:v>
                </c:pt>
                <c:pt idx="346">
                  <c:v>-93.7373955</c:v>
                </c:pt>
                <c:pt idx="347">
                  <c:v>-93.7373965</c:v>
                </c:pt>
                <c:pt idx="348">
                  <c:v>-93.7374008</c:v>
                </c:pt>
                <c:pt idx="349">
                  <c:v>-93.7373954</c:v>
                </c:pt>
                <c:pt idx="350">
                  <c:v>-93.7373969</c:v>
                </c:pt>
                <c:pt idx="351">
                  <c:v>-93.7373967</c:v>
                </c:pt>
                <c:pt idx="352">
                  <c:v>-93.737374</c:v>
                </c:pt>
                <c:pt idx="353">
                  <c:v>-93.733326</c:v>
                </c:pt>
                <c:pt idx="354">
                  <c:v>-93.7205794</c:v>
                </c:pt>
                <c:pt idx="355">
                  <c:v>-93.7166598</c:v>
                </c:pt>
                <c:pt idx="356">
                  <c:v>-93.7144052</c:v>
                </c:pt>
                <c:pt idx="357">
                  <c:v>-93.6785795</c:v>
                </c:pt>
                <c:pt idx="358">
                  <c:v>-93.6802842</c:v>
                </c:pt>
                <c:pt idx="359">
                  <c:v>-93.6867814</c:v>
                </c:pt>
                <c:pt idx="360">
                  <c:v>-93.6904322</c:v>
                </c:pt>
                <c:pt idx="361">
                  <c:v>-93.7051744</c:v>
                </c:pt>
                <c:pt idx="362">
                  <c:v>-93.7078817</c:v>
                </c:pt>
                <c:pt idx="363">
                  <c:v>-93.7092228</c:v>
                </c:pt>
                <c:pt idx="364">
                  <c:v>-93.7114636</c:v>
                </c:pt>
                <c:pt idx="365">
                  <c:v>-93.717523</c:v>
                </c:pt>
                <c:pt idx="366">
                  <c:v>-93.7296107</c:v>
                </c:pt>
                <c:pt idx="367">
                  <c:v>-93.7357751</c:v>
                </c:pt>
                <c:pt idx="368">
                  <c:v>-93.7380963</c:v>
                </c:pt>
                <c:pt idx="369">
                  <c:v>-93.7405424</c:v>
                </c:pt>
                <c:pt idx="370">
                  <c:v>-93.7431911</c:v>
                </c:pt>
                <c:pt idx="371">
                  <c:v>-93.7455311</c:v>
                </c:pt>
                <c:pt idx="372">
                  <c:v>-93.7482016</c:v>
                </c:pt>
                <c:pt idx="373">
                  <c:v>-93.7513517</c:v>
                </c:pt>
                <c:pt idx="374">
                  <c:v>-93.7535857</c:v>
                </c:pt>
                <c:pt idx="375">
                  <c:v>-93.7556746</c:v>
                </c:pt>
                <c:pt idx="376">
                  <c:v>-93.7587103</c:v>
                </c:pt>
                <c:pt idx="377">
                  <c:v>-93.7608042</c:v>
                </c:pt>
                <c:pt idx="378">
                  <c:v>-93.7637968</c:v>
                </c:pt>
                <c:pt idx="379">
                  <c:v>-93.7662021</c:v>
                </c:pt>
                <c:pt idx="380">
                  <c:v>-93.768588</c:v>
                </c:pt>
                <c:pt idx="381">
                  <c:v>-93.7719779</c:v>
                </c:pt>
                <c:pt idx="382">
                  <c:v>-93.7762839</c:v>
                </c:pt>
                <c:pt idx="383">
                  <c:v>-93.7763207</c:v>
                </c:pt>
                <c:pt idx="384">
                  <c:v>-93.7762608</c:v>
                </c:pt>
                <c:pt idx="385">
                  <c:v>-93.7752116</c:v>
                </c:pt>
                <c:pt idx="386">
                  <c:v>-93.7745196</c:v>
                </c:pt>
                <c:pt idx="387">
                  <c:v>-93.7716395</c:v>
                </c:pt>
                <c:pt idx="388">
                  <c:v>-93.7696819</c:v>
                </c:pt>
                <c:pt idx="389">
                  <c:v>-93.7677335</c:v>
                </c:pt>
                <c:pt idx="390">
                  <c:v>-93.7647979</c:v>
                </c:pt>
                <c:pt idx="391">
                  <c:v>-93.7624977</c:v>
                </c:pt>
                <c:pt idx="392">
                  <c:v>-93.7603846</c:v>
                </c:pt>
                <c:pt idx="393">
                  <c:v>-93.7570974</c:v>
                </c:pt>
                <c:pt idx="394">
                  <c:v>-93.7549848</c:v>
                </c:pt>
                <c:pt idx="395">
                  <c:v>-93.7520016</c:v>
                </c:pt>
                <c:pt idx="396">
                  <c:v>-93.7498354</c:v>
                </c:pt>
                <c:pt idx="397">
                  <c:v>-93.7476204</c:v>
                </c:pt>
                <c:pt idx="398">
                  <c:v>-93.7441982</c:v>
                </c:pt>
                <c:pt idx="399">
                  <c:v>-93.7419929</c:v>
                </c:pt>
                <c:pt idx="400">
                  <c:v>-93.7357425</c:v>
                </c:pt>
                <c:pt idx="401">
                  <c:v>-93.7333028</c:v>
                </c:pt>
                <c:pt idx="402">
                  <c:v>-93.7254296</c:v>
                </c:pt>
                <c:pt idx="403">
                  <c:v>-93.7227889</c:v>
                </c:pt>
                <c:pt idx="404">
                  <c:v>-93.7204398</c:v>
                </c:pt>
                <c:pt idx="405">
                  <c:v>-93.7180285</c:v>
                </c:pt>
                <c:pt idx="406">
                  <c:v>-93.7115735</c:v>
                </c:pt>
                <c:pt idx="407">
                  <c:v>-93.7094668</c:v>
                </c:pt>
                <c:pt idx="408">
                  <c:v>-93.6931702</c:v>
                </c:pt>
                <c:pt idx="409">
                  <c:v>-93.6855998</c:v>
                </c:pt>
                <c:pt idx="410">
                  <c:v>-93.6780862</c:v>
                </c:pt>
                <c:pt idx="411">
                  <c:v>-93.678426</c:v>
                </c:pt>
                <c:pt idx="412">
                  <c:v>-93.6785235</c:v>
                </c:pt>
                <c:pt idx="413">
                  <c:v>-93.6798104</c:v>
                </c:pt>
                <c:pt idx="414">
                  <c:v>-93.6869126</c:v>
                </c:pt>
                <c:pt idx="415">
                  <c:v>-93.6904616</c:v>
                </c:pt>
                <c:pt idx="416">
                  <c:v>-93.6904897</c:v>
                </c:pt>
                <c:pt idx="417">
                  <c:v>-93.6904477</c:v>
                </c:pt>
                <c:pt idx="418">
                  <c:v>-93.6941276</c:v>
                </c:pt>
                <c:pt idx="419">
                  <c:v>-93.6979475</c:v>
                </c:pt>
                <c:pt idx="420">
                  <c:v>-93.6983024</c:v>
                </c:pt>
                <c:pt idx="421">
                  <c:v>-93.6983324</c:v>
                </c:pt>
                <c:pt idx="422">
                  <c:v>-93.6983434</c:v>
                </c:pt>
                <c:pt idx="423">
                  <c:v>-93.6983784</c:v>
                </c:pt>
                <c:pt idx="424">
                  <c:v>-93.6984056</c:v>
                </c:pt>
                <c:pt idx="425">
                  <c:v>-93.6984388</c:v>
                </c:pt>
                <c:pt idx="426">
                  <c:v>-93.6926162</c:v>
                </c:pt>
                <c:pt idx="427">
                  <c:v>-93.6954093</c:v>
                </c:pt>
                <c:pt idx="428">
                  <c:v>-93.6983431</c:v>
                </c:pt>
                <c:pt idx="429">
                  <c:v>-93.6982966</c:v>
                </c:pt>
                <c:pt idx="430">
                  <c:v>-93.6983953</c:v>
                </c:pt>
                <c:pt idx="431">
                  <c:v>-93.6976965</c:v>
                </c:pt>
                <c:pt idx="432">
                  <c:v>-93.6923391</c:v>
                </c:pt>
                <c:pt idx="433">
                  <c:v>-93.6855006</c:v>
                </c:pt>
                <c:pt idx="434">
                  <c:v>-93.6782974</c:v>
                </c:pt>
                <c:pt idx="435">
                  <c:v>-93.6779302</c:v>
                </c:pt>
                <c:pt idx="436">
                  <c:v>-93.6778835</c:v>
                </c:pt>
                <c:pt idx="437">
                  <c:v>-93.6784726</c:v>
                </c:pt>
                <c:pt idx="438">
                  <c:v>-93.6810432</c:v>
                </c:pt>
                <c:pt idx="439">
                  <c:v>-93.6840148</c:v>
                </c:pt>
                <c:pt idx="440">
                  <c:v>-93.6881075</c:v>
                </c:pt>
                <c:pt idx="441">
                  <c:v>-93.6912645</c:v>
                </c:pt>
                <c:pt idx="442">
                  <c:v>-93.703996</c:v>
                </c:pt>
                <c:pt idx="443">
                  <c:v>-93.709179</c:v>
                </c:pt>
                <c:pt idx="444">
                  <c:v>-93.7123691</c:v>
                </c:pt>
                <c:pt idx="445">
                  <c:v>-93.7161076</c:v>
                </c:pt>
                <c:pt idx="446">
                  <c:v>-93.7181645</c:v>
                </c:pt>
                <c:pt idx="447">
                  <c:v>-93.7200708</c:v>
                </c:pt>
                <c:pt idx="448">
                  <c:v>-93.7244861</c:v>
                </c:pt>
                <c:pt idx="449">
                  <c:v>-93.7426035</c:v>
                </c:pt>
                <c:pt idx="450">
                  <c:v>-93.7465739</c:v>
                </c:pt>
                <c:pt idx="451">
                  <c:v>-93.7520281</c:v>
                </c:pt>
                <c:pt idx="452">
                  <c:v>-93.7602683</c:v>
                </c:pt>
                <c:pt idx="453">
                  <c:v>-93.7659892</c:v>
                </c:pt>
                <c:pt idx="454">
                  <c:v>-93.7695319</c:v>
                </c:pt>
                <c:pt idx="455">
                  <c:v>-93.7737448</c:v>
                </c:pt>
                <c:pt idx="456">
                  <c:v>-93.7759829</c:v>
                </c:pt>
                <c:pt idx="457">
                  <c:v>-93.7788047</c:v>
                </c:pt>
                <c:pt idx="458">
                  <c:v>-93.7816132</c:v>
                </c:pt>
                <c:pt idx="459">
                  <c:v>-93.7845834</c:v>
                </c:pt>
                <c:pt idx="460">
                  <c:v>-93.7886368</c:v>
                </c:pt>
                <c:pt idx="461">
                  <c:v>-93.7918899</c:v>
                </c:pt>
                <c:pt idx="462">
                  <c:v>-93.7950271</c:v>
                </c:pt>
                <c:pt idx="463">
                  <c:v>-93.7954404</c:v>
                </c:pt>
                <c:pt idx="464">
                  <c:v>-93.7954345</c:v>
                </c:pt>
                <c:pt idx="465">
                  <c:v>-93.7954259</c:v>
                </c:pt>
                <c:pt idx="466">
                  <c:v>-93.7954375</c:v>
                </c:pt>
                <c:pt idx="467">
                  <c:v>-93.7954273</c:v>
                </c:pt>
                <c:pt idx="468">
                  <c:v>-93.7954438</c:v>
                </c:pt>
                <c:pt idx="469">
                  <c:v>-93.7954473</c:v>
                </c:pt>
                <c:pt idx="470">
                  <c:v>-93.795458</c:v>
                </c:pt>
                <c:pt idx="471">
                  <c:v>-93.7954271</c:v>
                </c:pt>
                <c:pt idx="472">
                  <c:v>-93.7954067</c:v>
                </c:pt>
                <c:pt idx="473">
                  <c:v>-93.79541</c:v>
                </c:pt>
                <c:pt idx="474">
                  <c:v>-93.7954045</c:v>
                </c:pt>
                <c:pt idx="475">
                  <c:v>-93.7953929</c:v>
                </c:pt>
                <c:pt idx="476">
                  <c:v>-93.7937512</c:v>
                </c:pt>
                <c:pt idx="477">
                  <c:v>-93.7914963</c:v>
                </c:pt>
                <c:pt idx="478">
                  <c:v>-93.7885117</c:v>
                </c:pt>
                <c:pt idx="479">
                  <c:v>-93.7860222</c:v>
                </c:pt>
                <c:pt idx="480">
                  <c:v>-93.78307</c:v>
                </c:pt>
                <c:pt idx="481">
                  <c:v>-93.7807796</c:v>
                </c:pt>
                <c:pt idx="482">
                  <c:v>-93.7771697</c:v>
                </c:pt>
                <c:pt idx="483">
                  <c:v>-93.7742784</c:v>
                </c:pt>
                <c:pt idx="484">
                  <c:v>-93.7721582</c:v>
                </c:pt>
                <c:pt idx="485">
                  <c:v>-93.7691933</c:v>
                </c:pt>
                <c:pt idx="486">
                  <c:v>-93.7668084</c:v>
                </c:pt>
                <c:pt idx="487">
                  <c:v>-93.7643037</c:v>
                </c:pt>
                <c:pt idx="488">
                  <c:v>-93.7608635</c:v>
                </c:pt>
                <c:pt idx="489">
                  <c:v>-93.7583929</c:v>
                </c:pt>
                <c:pt idx="490">
                  <c:v>-93.7563315</c:v>
                </c:pt>
                <c:pt idx="491">
                  <c:v>-93.7537388</c:v>
                </c:pt>
                <c:pt idx="492">
                  <c:v>-93.7515858</c:v>
                </c:pt>
                <c:pt idx="493">
                  <c:v>-93.7495591</c:v>
                </c:pt>
                <c:pt idx="494">
                  <c:v>-93.746536</c:v>
                </c:pt>
                <c:pt idx="495">
                  <c:v>-93.7443086</c:v>
                </c:pt>
                <c:pt idx="496">
                  <c:v>-93.7411773</c:v>
                </c:pt>
                <c:pt idx="497">
                  <c:v>-93.7388915</c:v>
                </c:pt>
                <c:pt idx="498">
                  <c:v>-93.7368407</c:v>
                </c:pt>
                <c:pt idx="499">
                  <c:v>-93.7341652</c:v>
                </c:pt>
                <c:pt idx="500">
                  <c:v>-93.7319787</c:v>
                </c:pt>
                <c:pt idx="501">
                  <c:v>-93.7298562</c:v>
                </c:pt>
                <c:pt idx="502">
                  <c:v>-93.726891</c:v>
                </c:pt>
                <c:pt idx="503">
                  <c:v>-93.7246639</c:v>
                </c:pt>
                <c:pt idx="504">
                  <c:v>-93.7223774</c:v>
                </c:pt>
                <c:pt idx="505">
                  <c:v>-93.7192178</c:v>
                </c:pt>
                <c:pt idx="506">
                  <c:v>-93.7168759</c:v>
                </c:pt>
                <c:pt idx="507">
                  <c:v>-93.7136485</c:v>
                </c:pt>
                <c:pt idx="508">
                  <c:v>-93.7111428</c:v>
                </c:pt>
                <c:pt idx="509">
                  <c:v>-93.7086199</c:v>
                </c:pt>
                <c:pt idx="510">
                  <c:v>-93.705417</c:v>
                </c:pt>
                <c:pt idx="511">
                  <c:v>-93.7029007</c:v>
                </c:pt>
                <c:pt idx="512">
                  <c:v>-93.7003467</c:v>
                </c:pt>
                <c:pt idx="513">
                  <c:v>-93.6971957</c:v>
                </c:pt>
                <c:pt idx="514">
                  <c:v>-93.6946458</c:v>
                </c:pt>
                <c:pt idx="515">
                  <c:v>-93.6921683</c:v>
                </c:pt>
                <c:pt idx="516">
                  <c:v>-93.6875658</c:v>
                </c:pt>
                <c:pt idx="517">
                  <c:v>-93.6847695</c:v>
                </c:pt>
                <c:pt idx="518">
                  <c:v>-93.6803603</c:v>
                </c:pt>
                <c:pt idx="519">
                  <c:v>-93.6781967</c:v>
                </c:pt>
                <c:pt idx="520">
                  <c:v>-93.6782195</c:v>
                </c:pt>
                <c:pt idx="521">
                  <c:v>-93.6784169</c:v>
                </c:pt>
                <c:pt idx="522">
                  <c:v>-93.6786257</c:v>
                </c:pt>
                <c:pt idx="523">
                  <c:v>-93.6801579</c:v>
                </c:pt>
                <c:pt idx="524">
                  <c:v>-93.6896001</c:v>
                </c:pt>
                <c:pt idx="525">
                  <c:v>-93.6922365</c:v>
                </c:pt>
                <c:pt idx="526">
                  <c:v>-93.6949221</c:v>
                </c:pt>
                <c:pt idx="527">
                  <c:v>-93.6980038</c:v>
                </c:pt>
                <c:pt idx="528">
                  <c:v>-93.6981321</c:v>
                </c:pt>
                <c:pt idx="529">
                  <c:v>-93.6981329</c:v>
                </c:pt>
                <c:pt idx="530">
                  <c:v>-93.698087</c:v>
                </c:pt>
                <c:pt idx="531">
                  <c:v>-93.6980879</c:v>
                </c:pt>
                <c:pt idx="532">
                  <c:v>-93.6981198</c:v>
                </c:pt>
                <c:pt idx="533">
                  <c:v>-93.6981014</c:v>
                </c:pt>
                <c:pt idx="534">
                  <c:v>-93.6980906</c:v>
                </c:pt>
                <c:pt idx="535">
                  <c:v>-93.698098</c:v>
                </c:pt>
                <c:pt idx="536">
                  <c:v>-93.6981106</c:v>
                </c:pt>
                <c:pt idx="537">
                  <c:v>-93.6981255</c:v>
                </c:pt>
                <c:pt idx="538">
                  <c:v>-93.6981362</c:v>
                </c:pt>
                <c:pt idx="539">
                  <c:v>-93.6981543</c:v>
                </c:pt>
                <c:pt idx="540">
                  <c:v>-93.6982027</c:v>
                </c:pt>
                <c:pt idx="541">
                  <c:v>-93.698198</c:v>
                </c:pt>
                <c:pt idx="542">
                  <c:v>-93.6982057</c:v>
                </c:pt>
                <c:pt idx="543">
                  <c:v>-93.6982381</c:v>
                </c:pt>
                <c:pt idx="544">
                  <c:v>-93.698245</c:v>
                </c:pt>
                <c:pt idx="545">
                  <c:v>-93.6983489</c:v>
                </c:pt>
                <c:pt idx="546">
                  <c:v>-93.6984605</c:v>
                </c:pt>
                <c:pt idx="547">
                  <c:v>-93.6985427</c:v>
                </c:pt>
                <c:pt idx="548">
                  <c:v>-93.6985662</c:v>
                </c:pt>
                <c:pt idx="549">
                  <c:v>-93.6985857</c:v>
                </c:pt>
                <c:pt idx="550">
                  <c:v>-93.6985792</c:v>
                </c:pt>
                <c:pt idx="551">
                  <c:v>-93.6986171</c:v>
                </c:pt>
                <c:pt idx="552">
                  <c:v>-93.6986377</c:v>
                </c:pt>
                <c:pt idx="553">
                  <c:v>-93.6987102</c:v>
                </c:pt>
                <c:pt idx="554">
                  <c:v>-93.7053573</c:v>
                </c:pt>
                <c:pt idx="555">
                  <c:v>-93.7115264</c:v>
                </c:pt>
                <c:pt idx="556">
                  <c:v>-93.718269</c:v>
                </c:pt>
                <c:pt idx="557">
                  <c:v>-93.7182415</c:v>
                </c:pt>
                <c:pt idx="558">
                  <c:v>-93.7181116</c:v>
                </c:pt>
                <c:pt idx="559">
                  <c:v>-93.7180606</c:v>
                </c:pt>
                <c:pt idx="560">
                  <c:v>-93.7180296</c:v>
                </c:pt>
                <c:pt idx="561">
                  <c:v>-93.7180538</c:v>
                </c:pt>
                <c:pt idx="562">
                  <c:v>-93.7180394</c:v>
                </c:pt>
                <c:pt idx="563">
                  <c:v>-93.7180481</c:v>
                </c:pt>
                <c:pt idx="564">
                  <c:v>-93.717984</c:v>
                </c:pt>
                <c:pt idx="565">
                  <c:v>-93.7179636</c:v>
                </c:pt>
                <c:pt idx="566">
                  <c:v>-93.7179674</c:v>
                </c:pt>
                <c:pt idx="567">
                  <c:v>-93.7179689</c:v>
                </c:pt>
                <c:pt idx="568">
                  <c:v>-93.7178901</c:v>
                </c:pt>
                <c:pt idx="569">
                  <c:v>-93.7178041</c:v>
                </c:pt>
                <c:pt idx="570">
                  <c:v>-93.7177593</c:v>
                </c:pt>
                <c:pt idx="571">
                  <c:v>-93.717696</c:v>
                </c:pt>
                <c:pt idx="572">
                  <c:v>-93.7176807</c:v>
                </c:pt>
                <c:pt idx="573">
                  <c:v>-93.717655</c:v>
                </c:pt>
                <c:pt idx="574">
                  <c:v>-93.7176151</c:v>
                </c:pt>
                <c:pt idx="575">
                  <c:v>-93.7175311</c:v>
                </c:pt>
                <c:pt idx="576">
                  <c:v>-93.7175067</c:v>
                </c:pt>
                <c:pt idx="577">
                  <c:v>-93.7174767</c:v>
                </c:pt>
                <c:pt idx="578">
                  <c:v>-93.717454</c:v>
                </c:pt>
                <c:pt idx="579">
                  <c:v>-93.7174428</c:v>
                </c:pt>
                <c:pt idx="580">
                  <c:v>-93.7174504</c:v>
                </c:pt>
                <c:pt idx="581">
                  <c:v>-93.7174566</c:v>
                </c:pt>
                <c:pt idx="582">
                  <c:v>-93.7174628</c:v>
                </c:pt>
                <c:pt idx="583">
                  <c:v>-93.7174901</c:v>
                </c:pt>
                <c:pt idx="584">
                  <c:v>-93.7175049</c:v>
                </c:pt>
                <c:pt idx="585">
                  <c:v>-93.7175422</c:v>
                </c:pt>
                <c:pt idx="586">
                  <c:v>-93.7175919</c:v>
                </c:pt>
                <c:pt idx="587">
                  <c:v>-93.7176055</c:v>
                </c:pt>
                <c:pt idx="588">
                  <c:v>-93.7176386</c:v>
                </c:pt>
                <c:pt idx="589">
                  <c:v>-93.7176608</c:v>
                </c:pt>
                <c:pt idx="590">
                  <c:v>-93.7176705</c:v>
                </c:pt>
                <c:pt idx="591">
                  <c:v>-93.7162321</c:v>
                </c:pt>
                <c:pt idx="592">
                  <c:v>-93.7141044</c:v>
                </c:pt>
                <c:pt idx="593">
                  <c:v>-93.7119552</c:v>
                </c:pt>
                <c:pt idx="594">
                  <c:v>-93.7090045</c:v>
                </c:pt>
                <c:pt idx="595">
                  <c:v>-93.7064532</c:v>
                </c:pt>
                <c:pt idx="596">
                  <c:v>-93.7044217</c:v>
                </c:pt>
                <c:pt idx="597">
                  <c:v>-93.7013803</c:v>
                </c:pt>
                <c:pt idx="598">
                  <c:v>-93.6989717</c:v>
                </c:pt>
                <c:pt idx="599">
                  <c:v>-93.698134</c:v>
                </c:pt>
                <c:pt idx="600">
                  <c:v>-93.7002576</c:v>
                </c:pt>
                <c:pt idx="601">
                  <c:v>-93.7062856</c:v>
                </c:pt>
                <c:pt idx="602">
                  <c:v>-93.7139815</c:v>
                </c:pt>
                <c:pt idx="603">
                  <c:v>-93.7180023</c:v>
                </c:pt>
                <c:pt idx="604">
                  <c:v>-93.7205156</c:v>
                </c:pt>
                <c:pt idx="605">
                  <c:v>-93.7245053</c:v>
                </c:pt>
                <c:pt idx="606">
                  <c:v>-93.7269647</c:v>
                </c:pt>
                <c:pt idx="607">
                  <c:v>-93.7294998</c:v>
                </c:pt>
                <c:pt idx="608">
                  <c:v>-93.7325313</c:v>
                </c:pt>
                <c:pt idx="609">
                  <c:v>-93.7345547</c:v>
                </c:pt>
                <c:pt idx="610">
                  <c:v>-93.7360856</c:v>
                </c:pt>
                <c:pt idx="611">
                  <c:v>-93.7362925</c:v>
                </c:pt>
                <c:pt idx="612">
                  <c:v>-93.7372343</c:v>
                </c:pt>
                <c:pt idx="613">
                  <c:v>-93.7371981</c:v>
                </c:pt>
                <c:pt idx="614">
                  <c:v>-93.73715</c:v>
                </c:pt>
                <c:pt idx="615">
                  <c:v>-93.7371006</c:v>
                </c:pt>
                <c:pt idx="616">
                  <c:v>-93.7370419</c:v>
                </c:pt>
                <c:pt idx="617">
                  <c:v>-93.7369973</c:v>
                </c:pt>
                <c:pt idx="618">
                  <c:v>-93.7369501</c:v>
                </c:pt>
                <c:pt idx="619">
                  <c:v>-93.7369321</c:v>
                </c:pt>
                <c:pt idx="620">
                  <c:v>-93.7369111</c:v>
                </c:pt>
                <c:pt idx="621">
                  <c:v>-93.7368836</c:v>
                </c:pt>
                <c:pt idx="622">
                  <c:v>-93.7369017</c:v>
                </c:pt>
                <c:pt idx="623">
                  <c:v>-93.7368931</c:v>
                </c:pt>
                <c:pt idx="624">
                  <c:v>-93.7368927</c:v>
                </c:pt>
                <c:pt idx="625">
                  <c:v>-93.7369063</c:v>
                </c:pt>
                <c:pt idx="626">
                  <c:v>-93.7369104</c:v>
                </c:pt>
                <c:pt idx="627">
                  <c:v>-93.7369256</c:v>
                </c:pt>
                <c:pt idx="628">
                  <c:v>-93.7369336</c:v>
                </c:pt>
                <c:pt idx="629">
                  <c:v>-93.7369447</c:v>
                </c:pt>
                <c:pt idx="630">
                  <c:v>-93.7369672</c:v>
                </c:pt>
                <c:pt idx="631">
                  <c:v>-93.736921</c:v>
                </c:pt>
                <c:pt idx="632">
                  <c:v>-93.7369639</c:v>
                </c:pt>
                <c:pt idx="633">
                  <c:v>-93.7369731</c:v>
                </c:pt>
                <c:pt idx="634">
                  <c:v>-93.7370827</c:v>
                </c:pt>
                <c:pt idx="635">
                  <c:v>-93.7371687</c:v>
                </c:pt>
                <c:pt idx="636">
                  <c:v>-93.737211</c:v>
                </c:pt>
                <c:pt idx="637">
                  <c:v>-93.7372383</c:v>
                </c:pt>
                <c:pt idx="638">
                  <c:v>-93.7372568</c:v>
                </c:pt>
                <c:pt idx="639">
                  <c:v>-93.7372851</c:v>
                </c:pt>
                <c:pt idx="640">
                  <c:v>-93.7373194</c:v>
                </c:pt>
                <c:pt idx="641">
                  <c:v>-93.7373421</c:v>
                </c:pt>
                <c:pt idx="642">
                  <c:v>-93.7373742</c:v>
                </c:pt>
                <c:pt idx="643">
                  <c:v>-93.7373874</c:v>
                </c:pt>
                <c:pt idx="644">
                  <c:v>-93.7375128</c:v>
                </c:pt>
                <c:pt idx="645">
                  <c:v>-93.7375581</c:v>
                </c:pt>
                <c:pt idx="646">
                  <c:v>-93.7376095</c:v>
                </c:pt>
                <c:pt idx="647">
                  <c:v>-93.7376648</c:v>
                </c:pt>
                <c:pt idx="648">
                  <c:v>-93.7377301</c:v>
                </c:pt>
                <c:pt idx="649">
                  <c:v>-93.737794</c:v>
                </c:pt>
                <c:pt idx="650">
                  <c:v>-93.7379834</c:v>
                </c:pt>
                <c:pt idx="651">
                  <c:v>-93.7429994</c:v>
                </c:pt>
                <c:pt idx="652">
                  <c:v>-93.7499476</c:v>
                </c:pt>
                <c:pt idx="653">
                  <c:v>-93.7558049</c:v>
                </c:pt>
                <c:pt idx="654">
                  <c:v>-93.7574124</c:v>
                </c:pt>
                <c:pt idx="655">
                  <c:v>-93.7572338</c:v>
                </c:pt>
                <c:pt idx="656">
                  <c:v>-93.7571594</c:v>
                </c:pt>
                <c:pt idx="657">
                  <c:v>-93.7571558</c:v>
                </c:pt>
                <c:pt idx="658">
                  <c:v>-93.7571479</c:v>
                </c:pt>
                <c:pt idx="659">
                  <c:v>-93.7571098</c:v>
                </c:pt>
                <c:pt idx="660">
                  <c:v>-93.7570853</c:v>
                </c:pt>
                <c:pt idx="661">
                  <c:v>-93.7570569</c:v>
                </c:pt>
                <c:pt idx="662">
                  <c:v>-93.7570518</c:v>
                </c:pt>
                <c:pt idx="663">
                  <c:v>-93.7568644</c:v>
                </c:pt>
                <c:pt idx="664">
                  <c:v>-93.7568128</c:v>
                </c:pt>
                <c:pt idx="665">
                  <c:v>-93.7567899</c:v>
                </c:pt>
                <c:pt idx="666">
                  <c:v>-93.7567619</c:v>
                </c:pt>
                <c:pt idx="667">
                  <c:v>-93.7567881</c:v>
                </c:pt>
                <c:pt idx="668">
                  <c:v>-93.7567576</c:v>
                </c:pt>
                <c:pt idx="669">
                  <c:v>-93.7567187</c:v>
                </c:pt>
                <c:pt idx="670">
                  <c:v>-93.7567085</c:v>
                </c:pt>
                <c:pt idx="671">
                  <c:v>-93.7566781</c:v>
                </c:pt>
                <c:pt idx="672">
                  <c:v>-93.7566534</c:v>
                </c:pt>
                <c:pt idx="673">
                  <c:v>-93.7566237</c:v>
                </c:pt>
                <c:pt idx="674">
                  <c:v>-93.7566113</c:v>
                </c:pt>
                <c:pt idx="675">
                  <c:v>-93.7565716</c:v>
                </c:pt>
                <c:pt idx="676">
                  <c:v>-93.7565414</c:v>
                </c:pt>
                <c:pt idx="677">
                  <c:v>-93.7565231</c:v>
                </c:pt>
                <c:pt idx="678">
                  <c:v>-93.756503</c:v>
                </c:pt>
                <c:pt idx="679">
                  <c:v>-93.7564726</c:v>
                </c:pt>
                <c:pt idx="680">
                  <c:v>-93.7564168</c:v>
                </c:pt>
                <c:pt idx="681">
                  <c:v>-93.7564</c:v>
                </c:pt>
                <c:pt idx="682">
                  <c:v>-93.756407</c:v>
                </c:pt>
                <c:pt idx="683">
                  <c:v>-93.7563909</c:v>
                </c:pt>
                <c:pt idx="684">
                  <c:v>-93.7564299</c:v>
                </c:pt>
                <c:pt idx="685">
                  <c:v>-93.7564594</c:v>
                </c:pt>
                <c:pt idx="686">
                  <c:v>-93.7565203</c:v>
                </c:pt>
                <c:pt idx="687">
                  <c:v>-93.7565766</c:v>
                </c:pt>
                <c:pt idx="688">
                  <c:v>-93.7566271</c:v>
                </c:pt>
                <c:pt idx="689">
                  <c:v>-93.7564411</c:v>
                </c:pt>
                <c:pt idx="690">
                  <c:v>-93.7564788</c:v>
                </c:pt>
                <c:pt idx="691">
                  <c:v>-93.7565016</c:v>
                </c:pt>
                <c:pt idx="692">
                  <c:v>-93.7542874</c:v>
                </c:pt>
                <c:pt idx="693">
                  <c:v>-93.7522353</c:v>
                </c:pt>
                <c:pt idx="694">
                  <c:v>-93.7499831</c:v>
                </c:pt>
                <c:pt idx="695">
                  <c:v>-93.7464893</c:v>
                </c:pt>
                <c:pt idx="696">
                  <c:v>-93.7438615</c:v>
                </c:pt>
                <c:pt idx="697">
                  <c:v>-93.740349</c:v>
                </c:pt>
                <c:pt idx="698">
                  <c:v>-93.7379016</c:v>
                </c:pt>
                <c:pt idx="699">
                  <c:v>-93.7372462</c:v>
                </c:pt>
                <c:pt idx="700">
                  <c:v>-93.7388474</c:v>
                </c:pt>
                <c:pt idx="701">
                  <c:v>-93.7439032</c:v>
                </c:pt>
                <c:pt idx="702">
                  <c:v>-93.7503193</c:v>
                </c:pt>
                <c:pt idx="703">
                  <c:v>-93.7557298</c:v>
                </c:pt>
                <c:pt idx="704">
                  <c:v>-93.7559728</c:v>
                </c:pt>
                <c:pt idx="705">
                  <c:v>-93.755966</c:v>
                </c:pt>
                <c:pt idx="706">
                  <c:v>-93.7559621</c:v>
                </c:pt>
                <c:pt idx="707">
                  <c:v>-93.7559582</c:v>
                </c:pt>
                <c:pt idx="708">
                  <c:v>-93.7559652</c:v>
                </c:pt>
                <c:pt idx="709">
                  <c:v>-93.7559588</c:v>
                </c:pt>
                <c:pt idx="710">
                  <c:v>-93.7559629</c:v>
                </c:pt>
                <c:pt idx="711">
                  <c:v>-93.7559595</c:v>
                </c:pt>
                <c:pt idx="712">
                  <c:v>-93.7561836</c:v>
                </c:pt>
                <c:pt idx="713">
                  <c:v>-93.7582125</c:v>
                </c:pt>
                <c:pt idx="714">
                  <c:v>-93.7615192</c:v>
                </c:pt>
                <c:pt idx="715">
                  <c:v>-93.7638457</c:v>
                </c:pt>
                <c:pt idx="716">
                  <c:v>-93.7660145</c:v>
                </c:pt>
                <c:pt idx="717">
                  <c:v>-93.7691377</c:v>
                </c:pt>
                <c:pt idx="718">
                  <c:v>-93.7713327</c:v>
                </c:pt>
                <c:pt idx="719">
                  <c:v>-93.7742159</c:v>
                </c:pt>
                <c:pt idx="720">
                  <c:v>-93.7764445</c:v>
                </c:pt>
                <c:pt idx="721">
                  <c:v>-93.7789415</c:v>
                </c:pt>
                <c:pt idx="722">
                  <c:v>-93.7825115</c:v>
                </c:pt>
                <c:pt idx="723">
                  <c:v>-93.7850393</c:v>
                </c:pt>
                <c:pt idx="724">
                  <c:v>-93.7876019</c:v>
                </c:pt>
                <c:pt idx="725">
                  <c:v>-93.7911296</c:v>
                </c:pt>
                <c:pt idx="726">
                  <c:v>-93.7936861</c:v>
                </c:pt>
                <c:pt idx="727">
                  <c:v>-93.7956842</c:v>
                </c:pt>
                <c:pt idx="728">
                  <c:v>-93.7956806</c:v>
                </c:pt>
                <c:pt idx="729">
                  <c:v>-93.7956546</c:v>
                </c:pt>
                <c:pt idx="730">
                  <c:v>-93.7956124</c:v>
                </c:pt>
                <c:pt idx="731">
                  <c:v>-93.7955461</c:v>
                </c:pt>
                <c:pt idx="732">
                  <c:v>-93.7954833</c:v>
                </c:pt>
                <c:pt idx="733">
                  <c:v>-93.7953898</c:v>
                </c:pt>
                <c:pt idx="734">
                  <c:v>-93.7962918</c:v>
                </c:pt>
                <c:pt idx="735">
                  <c:v>-93.8014338</c:v>
                </c:pt>
                <c:pt idx="736">
                  <c:v>-93.8086963</c:v>
                </c:pt>
                <c:pt idx="737">
                  <c:v>-93.8100628</c:v>
                </c:pt>
                <c:pt idx="738">
                  <c:v>-93.8101195</c:v>
                </c:pt>
                <c:pt idx="739">
                  <c:v>-93.8101837</c:v>
                </c:pt>
                <c:pt idx="740">
                  <c:v>-93.8102226</c:v>
                </c:pt>
                <c:pt idx="741">
                  <c:v>-93.8102679</c:v>
                </c:pt>
                <c:pt idx="742">
                  <c:v>-93.8103059</c:v>
                </c:pt>
                <c:pt idx="743">
                  <c:v>-93.8103272</c:v>
                </c:pt>
                <c:pt idx="744">
                  <c:v>-93.8074494</c:v>
                </c:pt>
                <c:pt idx="745">
                  <c:v>-93.8045695</c:v>
                </c:pt>
                <c:pt idx="746">
                  <c:v>-93.8019915</c:v>
                </c:pt>
                <c:pt idx="747">
                  <c:v>-93.7980852</c:v>
                </c:pt>
              </c:numCache>
            </c:numRef>
          </c:xVal>
          <c:yVal>
            <c:numRef>
              <c:f>Sheet1!$B$1042:$B$1789</c:f>
              <c:numCache>
                <c:formatCode>General</c:formatCode>
                <c:ptCount val="748"/>
                <c:pt idx="0">
                  <c:v>42.0085391</c:v>
                </c:pt>
                <c:pt idx="1">
                  <c:v>42.0085481</c:v>
                </c:pt>
                <c:pt idx="2">
                  <c:v>42.0085448</c:v>
                </c:pt>
                <c:pt idx="3">
                  <c:v>42.0085409</c:v>
                </c:pt>
                <c:pt idx="4">
                  <c:v>42.008543</c:v>
                </c:pt>
                <c:pt idx="5">
                  <c:v>42.0085444</c:v>
                </c:pt>
                <c:pt idx="6">
                  <c:v>42.0085376</c:v>
                </c:pt>
                <c:pt idx="7">
                  <c:v>42.0084726</c:v>
                </c:pt>
                <c:pt idx="8">
                  <c:v>42.0084422</c:v>
                </c:pt>
                <c:pt idx="9">
                  <c:v>42.0083994</c:v>
                </c:pt>
                <c:pt idx="10">
                  <c:v>42.00839</c:v>
                </c:pt>
                <c:pt idx="11">
                  <c:v>42.0083874</c:v>
                </c:pt>
                <c:pt idx="12">
                  <c:v>42.0083925</c:v>
                </c:pt>
                <c:pt idx="13">
                  <c:v>42.008384</c:v>
                </c:pt>
                <c:pt idx="14">
                  <c:v>42.0084235</c:v>
                </c:pt>
                <c:pt idx="15">
                  <c:v>42.0084221</c:v>
                </c:pt>
                <c:pt idx="16">
                  <c:v>42.0084303</c:v>
                </c:pt>
                <c:pt idx="17">
                  <c:v>42.0084399</c:v>
                </c:pt>
                <c:pt idx="18">
                  <c:v>42.008438</c:v>
                </c:pt>
                <c:pt idx="19">
                  <c:v>42.0084455</c:v>
                </c:pt>
                <c:pt idx="20">
                  <c:v>42.0084633</c:v>
                </c:pt>
                <c:pt idx="21">
                  <c:v>42.0084815</c:v>
                </c:pt>
                <c:pt idx="22">
                  <c:v>42.0085064</c:v>
                </c:pt>
                <c:pt idx="23">
                  <c:v>42.0085211</c:v>
                </c:pt>
                <c:pt idx="24">
                  <c:v>42.0085414</c:v>
                </c:pt>
                <c:pt idx="25">
                  <c:v>42.0085723</c:v>
                </c:pt>
                <c:pt idx="26">
                  <c:v>42.0085691</c:v>
                </c:pt>
                <c:pt idx="27">
                  <c:v>42.0085636</c:v>
                </c:pt>
                <c:pt idx="28">
                  <c:v>42.0085571</c:v>
                </c:pt>
                <c:pt idx="29">
                  <c:v>42.0085549</c:v>
                </c:pt>
                <c:pt idx="30">
                  <c:v>42.0085513</c:v>
                </c:pt>
                <c:pt idx="31">
                  <c:v>42.0085556</c:v>
                </c:pt>
                <c:pt idx="32">
                  <c:v>42.0085563</c:v>
                </c:pt>
                <c:pt idx="33">
                  <c:v>42.0085521</c:v>
                </c:pt>
                <c:pt idx="34">
                  <c:v>42.0083863</c:v>
                </c:pt>
                <c:pt idx="35">
                  <c:v>42.0062763</c:v>
                </c:pt>
                <c:pt idx="36">
                  <c:v>41.9959088</c:v>
                </c:pt>
                <c:pt idx="37">
                  <c:v>41.9942176</c:v>
                </c:pt>
                <c:pt idx="38">
                  <c:v>41.994299</c:v>
                </c:pt>
                <c:pt idx="39">
                  <c:v>41.9942409</c:v>
                </c:pt>
                <c:pt idx="40">
                  <c:v>41.9941597</c:v>
                </c:pt>
                <c:pt idx="41">
                  <c:v>41.9941188</c:v>
                </c:pt>
                <c:pt idx="42">
                  <c:v>41.9940932</c:v>
                </c:pt>
                <c:pt idx="43">
                  <c:v>41.9940547</c:v>
                </c:pt>
                <c:pt idx="44">
                  <c:v>41.9940337</c:v>
                </c:pt>
                <c:pt idx="45">
                  <c:v>41.9940052</c:v>
                </c:pt>
                <c:pt idx="46">
                  <c:v>41.9939806</c:v>
                </c:pt>
                <c:pt idx="47">
                  <c:v>41.9939362</c:v>
                </c:pt>
                <c:pt idx="48">
                  <c:v>41.9939099</c:v>
                </c:pt>
                <c:pt idx="49">
                  <c:v>41.993963</c:v>
                </c:pt>
                <c:pt idx="50">
                  <c:v>41.9940249</c:v>
                </c:pt>
                <c:pt idx="51">
                  <c:v>41.9940487</c:v>
                </c:pt>
                <c:pt idx="52">
                  <c:v>41.994075</c:v>
                </c:pt>
                <c:pt idx="53">
                  <c:v>41.9940976</c:v>
                </c:pt>
                <c:pt idx="54">
                  <c:v>41.9941228</c:v>
                </c:pt>
                <c:pt idx="55">
                  <c:v>41.9942006</c:v>
                </c:pt>
                <c:pt idx="56">
                  <c:v>41.9942622</c:v>
                </c:pt>
                <c:pt idx="57">
                  <c:v>41.9942678</c:v>
                </c:pt>
                <c:pt idx="58">
                  <c:v>41.9941886</c:v>
                </c:pt>
                <c:pt idx="59">
                  <c:v>41.99411</c:v>
                </c:pt>
                <c:pt idx="60">
                  <c:v>41.9941004</c:v>
                </c:pt>
                <c:pt idx="61">
                  <c:v>41.9941059</c:v>
                </c:pt>
                <c:pt idx="62">
                  <c:v>41.9941188</c:v>
                </c:pt>
                <c:pt idx="63">
                  <c:v>41.9941128</c:v>
                </c:pt>
                <c:pt idx="64">
                  <c:v>41.9940984</c:v>
                </c:pt>
                <c:pt idx="65">
                  <c:v>41.9940952</c:v>
                </c:pt>
                <c:pt idx="66">
                  <c:v>41.9940859</c:v>
                </c:pt>
                <c:pt idx="67">
                  <c:v>41.9940771</c:v>
                </c:pt>
                <c:pt idx="68">
                  <c:v>41.9941221</c:v>
                </c:pt>
                <c:pt idx="69">
                  <c:v>41.994132</c:v>
                </c:pt>
                <c:pt idx="70">
                  <c:v>41.9941456</c:v>
                </c:pt>
                <c:pt idx="71">
                  <c:v>41.994146</c:v>
                </c:pt>
                <c:pt idx="72">
                  <c:v>41.9941643</c:v>
                </c:pt>
                <c:pt idx="73">
                  <c:v>41.9941703</c:v>
                </c:pt>
                <c:pt idx="74">
                  <c:v>41.9941814</c:v>
                </c:pt>
                <c:pt idx="75">
                  <c:v>41.9947845</c:v>
                </c:pt>
                <c:pt idx="76">
                  <c:v>41.9964103</c:v>
                </c:pt>
                <c:pt idx="77">
                  <c:v>42.002106</c:v>
                </c:pt>
                <c:pt idx="78">
                  <c:v>42.0055893</c:v>
                </c:pt>
                <c:pt idx="79">
                  <c:v>41.995757</c:v>
                </c:pt>
                <c:pt idx="80">
                  <c:v>41.9843464</c:v>
                </c:pt>
                <c:pt idx="81">
                  <c:v>41.9825593</c:v>
                </c:pt>
                <c:pt idx="82">
                  <c:v>41.9797307</c:v>
                </c:pt>
                <c:pt idx="83">
                  <c:v>41.979711</c:v>
                </c:pt>
                <c:pt idx="84">
                  <c:v>41.9796428</c:v>
                </c:pt>
                <c:pt idx="85">
                  <c:v>41.9796416</c:v>
                </c:pt>
                <c:pt idx="86">
                  <c:v>41.9796004</c:v>
                </c:pt>
                <c:pt idx="87">
                  <c:v>41.979599</c:v>
                </c:pt>
                <c:pt idx="88">
                  <c:v>41.9796052</c:v>
                </c:pt>
                <c:pt idx="89">
                  <c:v>41.9796149</c:v>
                </c:pt>
                <c:pt idx="90">
                  <c:v>41.9796024</c:v>
                </c:pt>
                <c:pt idx="91">
                  <c:v>41.9796047</c:v>
                </c:pt>
                <c:pt idx="92">
                  <c:v>41.9795686</c:v>
                </c:pt>
                <c:pt idx="93">
                  <c:v>41.9795519</c:v>
                </c:pt>
                <c:pt idx="94">
                  <c:v>41.9795499</c:v>
                </c:pt>
                <c:pt idx="95">
                  <c:v>41.9796244</c:v>
                </c:pt>
                <c:pt idx="96">
                  <c:v>41.9796242</c:v>
                </c:pt>
                <c:pt idx="97">
                  <c:v>41.9795198</c:v>
                </c:pt>
                <c:pt idx="98">
                  <c:v>41.9794773</c:v>
                </c:pt>
                <c:pt idx="99">
                  <c:v>41.9794293</c:v>
                </c:pt>
                <c:pt idx="100">
                  <c:v>41.9793982</c:v>
                </c:pt>
                <c:pt idx="101">
                  <c:v>41.9808679</c:v>
                </c:pt>
                <c:pt idx="102">
                  <c:v>41.9808617</c:v>
                </c:pt>
                <c:pt idx="103">
                  <c:v>41.9809016</c:v>
                </c:pt>
                <c:pt idx="104">
                  <c:v>41.9794105</c:v>
                </c:pt>
                <c:pt idx="105">
                  <c:v>41.9794985</c:v>
                </c:pt>
                <c:pt idx="106">
                  <c:v>41.9795201</c:v>
                </c:pt>
                <c:pt idx="107">
                  <c:v>41.9795357</c:v>
                </c:pt>
                <c:pt idx="108">
                  <c:v>41.979546</c:v>
                </c:pt>
                <c:pt idx="109">
                  <c:v>41.9795919</c:v>
                </c:pt>
                <c:pt idx="110">
                  <c:v>41.9796685</c:v>
                </c:pt>
                <c:pt idx="111">
                  <c:v>41.9797061</c:v>
                </c:pt>
                <c:pt idx="112">
                  <c:v>41.9796752</c:v>
                </c:pt>
                <c:pt idx="113">
                  <c:v>41.9796727</c:v>
                </c:pt>
                <c:pt idx="114">
                  <c:v>41.9796553</c:v>
                </c:pt>
                <c:pt idx="115">
                  <c:v>41.979641</c:v>
                </c:pt>
                <c:pt idx="116">
                  <c:v>41.9796356</c:v>
                </c:pt>
                <c:pt idx="117">
                  <c:v>41.9796335</c:v>
                </c:pt>
                <c:pt idx="118">
                  <c:v>41.9796423</c:v>
                </c:pt>
                <c:pt idx="119">
                  <c:v>41.9796329</c:v>
                </c:pt>
                <c:pt idx="120">
                  <c:v>41.9796147</c:v>
                </c:pt>
                <c:pt idx="121">
                  <c:v>41.9796125</c:v>
                </c:pt>
                <c:pt idx="122">
                  <c:v>41.9796022</c:v>
                </c:pt>
                <c:pt idx="123">
                  <c:v>41.9796019</c:v>
                </c:pt>
                <c:pt idx="124">
                  <c:v>42.0143242</c:v>
                </c:pt>
                <c:pt idx="125">
                  <c:v>42.0230644</c:v>
                </c:pt>
                <c:pt idx="126">
                  <c:v>42.0230462</c:v>
                </c:pt>
                <c:pt idx="127">
                  <c:v>42.0229966</c:v>
                </c:pt>
                <c:pt idx="128">
                  <c:v>42.0182417</c:v>
                </c:pt>
                <c:pt idx="129">
                  <c:v>42.0134121</c:v>
                </c:pt>
                <c:pt idx="130">
                  <c:v>42.0204507</c:v>
                </c:pt>
                <c:pt idx="131">
                  <c:v>42.0230821</c:v>
                </c:pt>
                <c:pt idx="132">
                  <c:v>42.0230694</c:v>
                </c:pt>
                <c:pt idx="133">
                  <c:v>42.0223445</c:v>
                </c:pt>
                <c:pt idx="134">
                  <c:v>42.0194453</c:v>
                </c:pt>
                <c:pt idx="135">
                  <c:v>42.0158928</c:v>
                </c:pt>
                <c:pt idx="136">
                  <c:v>42.0106408</c:v>
                </c:pt>
                <c:pt idx="137">
                  <c:v>42.0067175</c:v>
                </c:pt>
                <c:pt idx="138">
                  <c:v>41.9921918</c:v>
                </c:pt>
                <c:pt idx="139">
                  <c:v>41.9822768</c:v>
                </c:pt>
                <c:pt idx="140">
                  <c:v>41.9696306</c:v>
                </c:pt>
                <c:pt idx="141">
                  <c:v>41.9664001</c:v>
                </c:pt>
                <c:pt idx="142">
                  <c:v>41.9651698</c:v>
                </c:pt>
                <c:pt idx="143">
                  <c:v>41.9651684</c:v>
                </c:pt>
                <c:pt idx="144">
                  <c:v>41.9651322</c:v>
                </c:pt>
                <c:pt idx="145">
                  <c:v>41.9651528</c:v>
                </c:pt>
                <c:pt idx="146">
                  <c:v>41.9651549</c:v>
                </c:pt>
                <c:pt idx="147">
                  <c:v>41.9651769</c:v>
                </c:pt>
                <c:pt idx="148">
                  <c:v>41.9652153</c:v>
                </c:pt>
                <c:pt idx="149">
                  <c:v>41.9652325</c:v>
                </c:pt>
                <c:pt idx="150">
                  <c:v>41.9652402</c:v>
                </c:pt>
                <c:pt idx="151">
                  <c:v>41.9652203</c:v>
                </c:pt>
                <c:pt idx="152">
                  <c:v>41.9651706</c:v>
                </c:pt>
                <c:pt idx="153">
                  <c:v>41.9651098</c:v>
                </c:pt>
                <c:pt idx="154">
                  <c:v>41.9651495</c:v>
                </c:pt>
                <c:pt idx="155">
                  <c:v>41.9653858</c:v>
                </c:pt>
                <c:pt idx="156">
                  <c:v>41.965307</c:v>
                </c:pt>
                <c:pt idx="157">
                  <c:v>41.9650529</c:v>
                </c:pt>
                <c:pt idx="158">
                  <c:v>41.9650606</c:v>
                </c:pt>
                <c:pt idx="159">
                  <c:v>41.9651237</c:v>
                </c:pt>
                <c:pt idx="160">
                  <c:v>41.9638188</c:v>
                </c:pt>
                <c:pt idx="161">
                  <c:v>41.9622884</c:v>
                </c:pt>
                <c:pt idx="162">
                  <c:v>41.9604056</c:v>
                </c:pt>
                <c:pt idx="163">
                  <c:v>41.9577528</c:v>
                </c:pt>
                <c:pt idx="164">
                  <c:v>41.9554277</c:v>
                </c:pt>
                <c:pt idx="165">
                  <c:v>41.9532845</c:v>
                </c:pt>
                <c:pt idx="166">
                  <c:v>41.9507081</c:v>
                </c:pt>
                <c:pt idx="167">
                  <c:v>41.9507698</c:v>
                </c:pt>
                <c:pt idx="168">
                  <c:v>41.9506856</c:v>
                </c:pt>
                <c:pt idx="169">
                  <c:v>41.9506846</c:v>
                </c:pt>
                <c:pt idx="170">
                  <c:v>41.9506683</c:v>
                </c:pt>
                <c:pt idx="171">
                  <c:v>41.9506918</c:v>
                </c:pt>
                <c:pt idx="172">
                  <c:v>41.9506841</c:v>
                </c:pt>
                <c:pt idx="173">
                  <c:v>41.9506698</c:v>
                </c:pt>
                <c:pt idx="174">
                  <c:v>41.9493474</c:v>
                </c:pt>
                <c:pt idx="175">
                  <c:v>41.9482859</c:v>
                </c:pt>
                <c:pt idx="176">
                  <c:v>41.9468726</c:v>
                </c:pt>
                <c:pt idx="177">
                  <c:v>41.9469271</c:v>
                </c:pt>
                <c:pt idx="178">
                  <c:v>41.9470597</c:v>
                </c:pt>
                <c:pt idx="179">
                  <c:v>41.9490807</c:v>
                </c:pt>
                <c:pt idx="180">
                  <c:v>41.9500564</c:v>
                </c:pt>
                <c:pt idx="181">
                  <c:v>41.9536771</c:v>
                </c:pt>
                <c:pt idx="182">
                  <c:v>41.9553298</c:v>
                </c:pt>
                <c:pt idx="183">
                  <c:v>41.9576657</c:v>
                </c:pt>
                <c:pt idx="184">
                  <c:v>41.95968</c:v>
                </c:pt>
                <c:pt idx="185">
                  <c:v>41.9642334</c:v>
                </c:pt>
                <c:pt idx="186">
                  <c:v>41.9641524</c:v>
                </c:pt>
                <c:pt idx="187">
                  <c:v>41.950668</c:v>
                </c:pt>
                <c:pt idx="188">
                  <c:v>41.9506421</c:v>
                </c:pt>
                <c:pt idx="189">
                  <c:v>41.9506371</c:v>
                </c:pt>
                <c:pt idx="190">
                  <c:v>41.9506341</c:v>
                </c:pt>
                <c:pt idx="191">
                  <c:v>41.9506458</c:v>
                </c:pt>
                <c:pt idx="192">
                  <c:v>41.9506339</c:v>
                </c:pt>
                <c:pt idx="193">
                  <c:v>41.9506097</c:v>
                </c:pt>
                <c:pt idx="194">
                  <c:v>41.9506177</c:v>
                </c:pt>
                <c:pt idx="195">
                  <c:v>41.9506161</c:v>
                </c:pt>
                <c:pt idx="196">
                  <c:v>41.9506178</c:v>
                </c:pt>
                <c:pt idx="197">
                  <c:v>41.9506059</c:v>
                </c:pt>
                <c:pt idx="198">
                  <c:v>41.950607</c:v>
                </c:pt>
                <c:pt idx="199">
                  <c:v>41.9506023</c:v>
                </c:pt>
                <c:pt idx="200">
                  <c:v>41.9505941</c:v>
                </c:pt>
                <c:pt idx="201">
                  <c:v>41.9505917</c:v>
                </c:pt>
                <c:pt idx="202">
                  <c:v>41.9505912</c:v>
                </c:pt>
                <c:pt idx="203">
                  <c:v>41.9505992</c:v>
                </c:pt>
                <c:pt idx="204">
                  <c:v>41.9505833</c:v>
                </c:pt>
                <c:pt idx="205">
                  <c:v>41.9518138</c:v>
                </c:pt>
                <c:pt idx="206">
                  <c:v>41.9538344</c:v>
                </c:pt>
                <c:pt idx="207">
                  <c:v>41.9557342</c:v>
                </c:pt>
                <c:pt idx="208">
                  <c:v>41.9581615</c:v>
                </c:pt>
                <c:pt idx="209">
                  <c:v>41.9598441</c:v>
                </c:pt>
                <c:pt idx="210">
                  <c:v>41.9616474</c:v>
                </c:pt>
                <c:pt idx="211">
                  <c:v>41.963782</c:v>
                </c:pt>
                <c:pt idx="212">
                  <c:v>41.965016</c:v>
                </c:pt>
                <c:pt idx="213">
                  <c:v>41.9651358</c:v>
                </c:pt>
                <c:pt idx="214">
                  <c:v>41.9651532</c:v>
                </c:pt>
                <c:pt idx="215">
                  <c:v>41.9651563</c:v>
                </c:pt>
                <c:pt idx="216">
                  <c:v>41.9637379</c:v>
                </c:pt>
                <c:pt idx="217">
                  <c:v>41.9609617</c:v>
                </c:pt>
                <c:pt idx="218">
                  <c:v>41.9546111</c:v>
                </c:pt>
                <c:pt idx="219">
                  <c:v>41.950643</c:v>
                </c:pt>
                <c:pt idx="220">
                  <c:v>41.9506183</c:v>
                </c:pt>
                <c:pt idx="221">
                  <c:v>41.9506194</c:v>
                </c:pt>
                <c:pt idx="222">
                  <c:v>41.9506218</c:v>
                </c:pt>
                <c:pt idx="223">
                  <c:v>41.9506935</c:v>
                </c:pt>
                <c:pt idx="224">
                  <c:v>41.9517965</c:v>
                </c:pt>
                <c:pt idx="225">
                  <c:v>41.9535091</c:v>
                </c:pt>
                <c:pt idx="226">
                  <c:v>41.9553685</c:v>
                </c:pt>
                <c:pt idx="227">
                  <c:v>41.9589106</c:v>
                </c:pt>
                <c:pt idx="228">
                  <c:v>41.9605553</c:v>
                </c:pt>
                <c:pt idx="229">
                  <c:v>41.96277</c:v>
                </c:pt>
                <c:pt idx="230">
                  <c:v>41.9644241</c:v>
                </c:pt>
                <c:pt idx="231">
                  <c:v>41.9652325</c:v>
                </c:pt>
                <c:pt idx="232">
                  <c:v>41.9702901</c:v>
                </c:pt>
                <c:pt idx="233">
                  <c:v>41.971893</c:v>
                </c:pt>
                <c:pt idx="234">
                  <c:v>41.975677</c:v>
                </c:pt>
                <c:pt idx="235">
                  <c:v>41.9805293</c:v>
                </c:pt>
                <c:pt idx="236">
                  <c:v>41.9821707</c:v>
                </c:pt>
                <c:pt idx="237">
                  <c:v>41.9838676</c:v>
                </c:pt>
                <c:pt idx="238">
                  <c:v>41.9863895</c:v>
                </c:pt>
                <c:pt idx="239">
                  <c:v>42.0171811</c:v>
                </c:pt>
                <c:pt idx="240">
                  <c:v>42.0194854</c:v>
                </c:pt>
                <c:pt idx="241">
                  <c:v>42.0215069</c:v>
                </c:pt>
                <c:pt idx="242">
                  <c:v>42.0229052</c:v>
                </c:pt>
                <c:pt idx="243">
                  <c:v>41.9933055</c:v>
                </c:pt>
                <c:pt idx="244">
                  <c:v>41.9797124</c:v>
                </c:pt>
                <c:pt idx="245">
                  <c:v>41.9796198</c:v>
                </c:pt>
                <c:pt idx="246">
                  <c:v>41.979588</c:v>
                </c:pt>
                <c:pt idx="247">
                  <c:v>41.9795718</c:v>
                </c:pt>
                <c:pt idx="248">
                  <c:v>41.9693975</c:v>
                </c:pt>
                <c:pt idx="249">
                  <c:v>41.9655583</c:v>
                </c:pt>
                <c:pt idx="250">
                  <c:v>41.9651531</c:v>
                </c:pt>
                <c:pt idx="251">
                  <c:v>41.9652368</c:v>
                </c:pt>
                <c:pt idx="252">
                  <c:v>41.965234</c:v>
                </c:pt>
                <c:pt idx="253">
                  <c:v>41.9652098</c:v>
                </c:pt>
                <c:pt idx="254">
                  <c:v>41.9659504</c:v>
                </c:pt>
                <c:pt idx="255">
                  <c:v>41.9681508</c:v>
                </c:pt>
                <c:pt idx="256">
                  <c:v>41.9764951</c:v>
                </c:pt>
                <c:pt idx="257">
                  <c:v>41.9831618</c:v>
                </c:pt>
                <c:pt idx="258">
                  <c:v>41.9872376</c:v>
                </c:pt>
                <c:pt idx="259">
                  <c:v>41.9890105</c:v>
                </c:pt>
                <c:pt idx="260">
                  <c:v>41.9906454</c:v>
                </c:pt>
                <c:pt idx="261">
                  <c:v>41.9928362</c:v>
                </c:pt>
                <c:pt idx="262">
                  <c:v>41.9940438</c:v>
                </c:pt>
                <c:pt idx="263">
                  <c:v>42.0000186</c:v>
                </c:pt>
                <c:pt idx="264">
                  <c:v>41.9996276</c:v>
                </c:pt>
                <c:pt idx="265">
                  <c:v>41.987495</c:v>
                </c:pt>
                <c:pt idx="266">
                  <c:v>41.9855499</c:v>
                </c:pt>
                <c:pt idx="267">
                  <c:v>41.9789133</c:v>
                </c:pt>
                <c:pt idx="268">
                  <c:v>41.9767341</c:v>
                </c:pt>
                <c:pt idx="269">
                  <c:v>41.9742009</c:v>
                </c:pt>
                <c:pt idx="270">
                  <c:v>41.9722588</c:v>
                </c:pt>
                <c:pt idx="271">
                  <c:v>41.9663464</c:v>
                </c:pt>
                <c:pt idx="272">
                  <c:v>41.9748499</c:v>
                </c:pt>
                <c:pt idx="273">
                  <c:v>41.9911507</c:v>
                </c:pt>
                <c:pt idx="274">
                  <c:v>41.9962033</c:v>
                </c:pt>
                <c:pt idx="275">
                  <c:v>41.9989115</c:v>
                </c:pt>
                <c:pt idx="276">
                  <c:v>42.0081265</c:v>
                </c:pt>
                <c:pt idx="277">
                  <c:v>42.0241554</c:v>
                </c:pt>
                <c:pt idx="278">
                  <c:v>42.0290732</c:v>
                </c:pt>
                <c:pt idx="279">
                  <c:v>42.0326467</c:v>
                </c:pt>
                <c:pt idx="280">
                  <c:v>42.0344287</c:v>
                </c:pt>
                <c:pt idx="281">
                  <c:v>42.0346597</c:v>
                </c:pt>
                <c:pt idx="282">
                  <c:v>42.0348282</c:v>
                </c:pt>
                <c:pt idx="283">
                  <c:v>42.0349626</c:v>
                </c:pt>
                <c:pt idx="284">
                  <c:v>42.0348121</c:v>
                </c:pt>
                <c:pt idx="285">
                  <c:v>42.0346846</c:v>
                </c:pt>
                <c:pt idx="286">
                  <c:v>42.0346234</c:v>
                </c:pt>
                <c:pt idx="287">
                  <c:v>42.0346085</c:v>
                </c:pt>
                <c:pt idx="288">
                  <c:v>42.034598</c:v>
                </c:pt>
                <c:pt idx="289">
                  <c:v>42.0339392</c:v>
                </c:pt>
                <c:pt idx="290">
                  <c:v>42.0277137</c:v>
                </c:pt>
                <c:pt idx="291">
                  <c:v>42.0085776</c:v>
                </c:pt>
                <c:pt idx="292">
                  <c:v>42.0085004</c:v>
                </c:pt>
                <c:pt idx="293">
                  <c:v>42.0084482</c:v>
                </c:pt>
                <c:pt idx="294">
                  <c:v>42.0084107</c:v>
                </c:pt>
                <c:pt idx="295">
                  <c:v>42.0084253</c:v>
                </c:pt>
                <c:pt idx="296">
                  <c:v>42.0084338</c:v>
                </c:pt>
                <c:pt idx="297">
                  <c:v>42.0084402</c:v>
                </c:pt>
                <c:pt idx="298">
                  <c:v>42.0084479</c:v>
                </c:pt>
                <c:pt idx="299">
                  <c:v>42.0084712</c:v>
                </c:pt>
                <c:pt idx="300">
                  <c:v>42.0096531</c:v>
                </c:pt>
                <c:pt idx="301">
                  <c:v>42.0117899</c:v>
                </c:pt>
                <c:pt idx="302">
                  <c:v>42.0147196</c:v>
                </c:pt>
                <c:pt idx="303">
                  <c:v>42.0185002</c:v>
                </c:pt>
                <c:pt idx="304">
                  <c:v>42.0211032</c:v>
                </c:pt>
                <c:pt idx="305">
                  <c:v>42.0229939</c:v>
                </c:pt>
                <c:pt idx="306">
                  <c:v>42.0229862</c:v>
                </c:pt>
                <c:pt idx="307">
                  <c:v>42.0229891</c:v>
                </c:pt>
                <c:pt idx="308">
                  <c:v>42.0229874</c:v>
                </c:pt>
                <c:pt idx="309">
                  <c:v>42.0229887</c:v>
                </c:pt>
                <c:pt idx="310">
                  <c:v>42.0229876</c:v>
                </c:pt>
                <c:pt idx="311">
                  <c:v>42.0229886</c:v>
                </c:pt>
                <c:pt idx="312">
                  <c:v>42.0230125</c:v>
                </c:pt>
                <c:pt idx="313">
                  <c:v>42.0229992</c:v>
                </c:pt>
                <c:pt idx="314">
                  <c:v>42.0229987</c:v>
                </c:pt>
                <c:pt idx="315">
                  <c:v>42.0230095</c:v>
                </c:pt>
                <c:pt idx="316">
                  <c:v>42.0230153</c:v>
                </c:pt>
                <c:pt idx="317">
                  <c:v>42.0230239</c:v>
                </c:pt>
                <c:pt idx="318">
                  <c:v>42.0230419</c:v>
                </c:pt>
                <c:pt idx="319">
                  <c:v>42.0230436</c:v>
                </c:pt>
                <c:pt idx="320">
                  <c:v>42.0230409</c:v>
                </c:pt>
                <c:pt idx="321">
                  <c:v>42.0230524</c:v>
                </c:pt>
                <c:pt idx="322">
                  <c:v>42.0230611</c:v>
                </c:pt>
                <c:pt idx="323">
                  <c:v>42.0230703</c:v>
                </c:pt>
                <c:pt idx="324">
                  <c:v>42.0230933</c:v>
                </c:pt>
                <c:pt idx="325">
                  <c:v>42.0231112</c:v>
                </c:pt>
                <c:pt idx="326">
                  <c:v>42.0230763</c:v>
                </c:pt>
                <c:pt idx="327">
                  <c:v>42.0231654</c:v>
                </c:pt>
                <c:pt idx="328">
                  <c:v>42.0230937</c:v>
                </c:pt>
                <c:pt idx="329">
                  <c:v>42.0229795</c:v>
                </c:pt>
                <c:pt idx="330">
                  <c:v>42.0218515</c:v>
                </c:pt>
                <c:pt idx="331">
                  <c:v>42.0229256</c:v>
                </c:pt>
                <c:pt idx="332">
                  <c:v>42.0088446</c:v>
                </c:pt>
                <c:pt idx="333">
                  <c:v>42.0088396</c:v>
                </c:pt>
                <c:pt idx="334">
                  <c:v>42.008864</c:v>
                </c:pt>
                <c:pt idx="335">
                  <c:v>42.008909</c:v>
                </c:pt>
                <c:pt idx="336">
                  <c:v>42.0089028</c:v>
                </c:pt>
                <c:pt idx="337">
                  <c:v>42.0088302</c:v>
                </c:pt>
                <c:pt idx="338">
                  <c:v>42.0087755</c:v>
                </c:pt>
                <c:pt idx="339">
                  <c:v>42.0086236</c:v>
                </c:pt>
                <c:pt idx="340">
                  <c:v>42.0086272</c:v>
                </c:pt>
                <c:pt idx="341">
                  <c:v>42.0086264</c:v>
                </c:pt>
                <c:pt idx="342">
                  <c:v>42.0086273</c:v>
                </c:pt>
                <c:pt idx="343">
                  <c:v>42.0086285</c:v>
                </c:pt>
                <c:pt idx="344">
                  <c:v>42.0086281</c:v>
                </c:pt>
                <c:pt idx="345">
                  <c:v>42.0086314</c:v>
                </c:pt>
                <c:pt idx="346">
                  <c:v>42.0086291</c:v>
                </c:pt>
                <c:pt idx="347">
                  <c:v>42.0086281</c:v>
                </c:pt>
                <c:pt idx="348">
                  <c:v>42.0086259</c:v>
                </c:pt>
                <c:pt idx="349">
                  <c:v>42.0086247</c:v>
                </c:pt>
                <c:pt idx="350">
                  <c:v>42.008626</c:v>
                </c:pt>
                <c:pt idx="351">
                  <c:v>42.0086225</c:v>
                </c:pt>
                <c:pt idx="352">
                  <c:v>42.0086275</c:v>
                </c:pt>
                <c:pt idx="353">
                  <c:v>42.0086332</c:v>
                </c:pt>
                <c:pt idx="354">
                  <c:v>42.0086398</c:v>
                </c:pt>
                <c:pt idx="355">
                  <c:v>42.008607</c:v>
                </c:pt>
                <c:pt idx="356">
                  <c:v>42.0085682</c:v>
                </c:pt>
                <c:pt idx="357">
                  <c:v>41.9940469</c:v>
                </c:pt>
                <c:pt idx="358">
                  <c:v>41.9939437</c:v>
                </c:pt>
                <c:pt idx="359">
                  <c:v>41.9939029</c:v>
                </c:pt>
                <c:pt idx="360">
                  <c:v>41.9938995</c:v>
                </c:pt>
                <c:pt idx="361">
                  <c:v>41.9939434</c:v>
                </c:pt>
                <c:pt idx="362">
                  <c:v>41.993982</c:v>
                </c:pt>
                <c:pt idx="363">
                  <c:v>41.9940016</c:v>
                </c:pt>
                <c:pt idx="364">
                  <c:v>41.9940416</c:v>
                </c:pt>
                <c:pt idx="365">
                  <c:v>41.9941398</c:v>
                </c:pt>
                <c:pt idx="366">
                  <c:v>41.9941332</c:v>
                </c:pt>
                <c:pt idx="367">
                  <c:v>41.9941219</c:v>
                </c:pt>
                <c:pt idx="368">
                  <c:v>41.9941393</c:v>
                </c:pt>
                <c:pt idx="369">
                  <c:v>41.9941649</c:v>
                </c:pt>
                <c:pt idx="370">
                  <c:v>41.9941998</c:v>
                </c:pt>
                <c:pt idx="371">
                  <c:v>41.994226</c:v>
                </c:pt>
                <c:pt idx="372">
                  <c:v>41.9942494</c:v>
                </c:pt>
                <c:pt idx="373">
                  <c:v>41.9942702</c:v>
                </c:pt>
                <c:pt idx="374">
                  <c:v>41.9942873</c:v>
                </c:pt>
                <c:pt idx="375">
                  <c:v>41.994303</c:v>
                </c:pt>
                <c:pt idx="376">
                  <c:v>41.9943112</c:v>
                </c:pt>
                <c:pt idx="377">
                  <c:v>41.9943182</c:v>
                </c:pt>
                <c:pt idx="378">
                  <c:v>41.9943154</c:v>
                </c:pt>
                <c:pt idx="379">
                  <c:v>41.9943176</c:v>
                </c:pt>
                <c:pt idx="380">
                  <c:v>41.9943119</c:v>
                </c:pt>
                <c:pt idx="381">
                  <c:v>41.9943078</c:v>
                </c:pt>
                <c:pt idx="382">
                  <c:v>41.9942877</c:v>
                </c:pt>
                <c:pt idx="383">
                  <c:v>41.9841811</c:v>
                </c:pt>
                <c:pt idx="384">
                  <c:v>41.979893</c:v>
                </c:pt>
                <c:pt idx="385">
                  <c:v>41.9797152</c:v>
                </c:pt>
                <c:pt idx="386">
                  <c:v>41.9797091</c:v>
                </c:pt>
                <c:pt idx="387">
                  <c:v>41.9797019</c:v>
                </c:pt>
                <c:pt idx="388">
                  <c:v>41.9797095</c:v>
                </c:pt>
                <c:pt idx="389">
                  <c:v>41.9797069</c:v>
                </c:pt>
                <c:pt idx="390">
                  <c:v>41.9797124</c:v>
                </c:pt>
                <c:pt idx="391">
                  <c:v>41.9797275</c:v>
                </c:pt>
                <c:pt idx="392">
                  <c:v>41.9797382</c:v>
                </c:pt>
                <c:pt idx="393">
                  <c:v>41.9797533</c:v>
                </c:pt>
                <c:pt idx="394">
                  <c:v>41.9797482</c:v>
                </c:pt>
                <c:pt idx="395">
                  <c:v>41.9797287</c:v>
                </c:pt>
                <c:pt idx="396">
                  <c:v>41.9797073</c:v>
                </c:pt>
                <c:pt idx="397">
                  <c:v>41.979668</c:v>
                </c:pt>
                <c:pt idx="398">
                  <c:v>41.9796435</c:v>
                </c:pt>
                <c:pt idx="399">
                  <c:v>41.9796292</c:v>
                </c:pt>
                <c:pt idx="400">
                  <c:v>41.9795849</c:v>
                </c:pt>
                <c:pt idx="401">
                  <c:v>41.979583</c:v>
                </c:pt>
                <c:pt idx="402">
                  <c:v>41.9795743</c:v>
                </c:pt>
                <c:pt idx="403">
                  <c:v>41.9795694</c:v>
                </c:pt>
                <c:pt idx="404">
                  <c:v>41.9795653</c:v>
                </c:pt>
                <c:pt idx="405">
                  <c:v>41.9795462</c:v>
                </c:pt>
                <c:pt idx="406">
                  <c:v>41.9794876</c:v>
                </c:pt>
                <c:pt idx="407">
                  <c:v>41.9794659</c:v>
                </c:pt>
                <c:pt idx="408">
                  <c:v>41.9793489</c:v>
                </c:pt>
                <c:pt idx="409">
                  <c:v>41.9793678</c:v>
                </c:pt>
                <c:pt idx="410">
                  <c:v>41.9806497</c:v>
                </c:pt>
                <c:pt idx="411">
                  <c:v>41.9914891</c:v>
                </c:pt>
                <c:pt idx="412">
                  <c:v>41.9938535</c:v>
                </c:pt>
                <c:pt idx="413">
                  <c:v>41.9939362</c:v>
                </c:pt>
                <c:pt idx="414">
                  <c:v>41.9939148</c:v>
                </c:pt>
                <c:pt idx="415">
                  <c:v>41.9938475</c:v>
                </c:pt>
                <c:pt idx="416">
                  <c:v>41.9874848</c:v>
                </c:pt>
                <c:pt idx="417">
                  <c:v>41.9859197</c:v>
                </c:pt>
                <c:pt idx="418">
                  <c:v>41.9794139</c:v>
                </c:pt>
                <c:pt idx="419">
                  <c:v>41.9794086</c:v>
                </c:pt>
                <c:pt idx="420">
                  <c:v>41.9806447</c:v>
                </c:pt>
                <c:pt idx="421">
                  <c:v>41.9823434</c:v>
                </c:pt>
                <c:pt idx="422">
                  <c:v>41.9838078</c:v>
                </c:pt>
                <c:pt idx="423">
                  <c:v>41.9864308</c:v>
                </c:pt>
                <c:pt idx="424">
                  <c:v>41.9880248</c:v>
                </c:pt>
                <c:pt idx="425">
                  <c:v>41.9907848</c:v>
                </c:pt>
                <c:pt idx="426">
                  <c:v>41.9870419</c:v>
                </c:pt>
                <c:pt idx="427">
                  <c:v>41.9866813</c:v>
                </c:pt>
                <c:pt idx="428">
                  <c:v>41.9821042</c:v>
                </c:pt>
                <c:pt idx="429">
                  <c:v>41.9782105</c:v>
                </c:pt>
                <c:pt idx="430">
                  <c:v>41.9775806</c:v>
                </c:pt>
                <c:pt idx="431">
                  <c:v>41.9793766</c:v>
                </c:pt>
                <c:pt idx="432">
                  <c:v>41.9793775</c:v>
                </c:pt>
                <c:pt idx="433">
                  <c:v>41.9793858</c:v>
                </c:pt>
                <c:pt idx="434">
                  <c:v>41.9793461</c:v>
                </c:pt>
                <c:pt idx="435">
                  <c:v>41.9712207</c:v>
                </c:pt>
                <c:pt idx="436">
                  <c:v>41.9678012</c:v>
                </c:pt>
                <c:pt idx="437">
                  <c:v>41.9649055</c:v>
                </c:pt>
                <c:pt idx="438">
                  <c:v>41.9649142</c:v>
                </c:pt>
                <c:pt idx="439">
                  <c:v>41.9649298</c:v>
                </c:pt>
                <c:pt idx="440">
                  <c:v>41.9649402</c:v>
                </c:pt>
                <c:pt idx="441">
                  <c:v>41.9649541</c:v>
                </c:pt>
                <c:pt idx="442">
                  <c:v>41.9650082</c:v>
                </c:pt>
                <c:pt idx="443">
                  <c:v>41.9650257</c:v>
                </c:pt>
                <c:pt idx="444">
                  <c:v>41.9650363</c:v>
                </c:pt>
                <c:pt idx="445">
                  <c:v>41.965057</c:v>
                </c:pt>
                <c:pt idx="446">
                  <c:v>41.9650781</c:v>
                </c:pt>
                <c:pt idx="447">
                  <c:v>41.9650643</c:v>
                </c:pt>
                <c:pt idx="448">
                  <c:v>41.9650845</c:v>
                </c:pt>
                <c:pt idx="449">
                  <c:v>41.9651202</c:v>
                </c:pt>
                <c:pt idx="450">
                  <c:v>41.9651375</c:v>
                </c:pt>
                <c:pt idx="451">
                  <c:v>41.9651745</c:v>
                </c:pt>
                <c:pt idx="452">
                  <c:v>41.9652128</c:v>
                </c:pt>
                <c:pt idx="453">
                  <c:v>41.9652253</c:v>
                </c:pt>
                <c:pt idx="454">
                  <c:v>41.9652168</c:v>
                </c:pt>
                <c:pt idx="455">
                  <c:v>41.9652187</c:v>
                </c:pt>
                <c:pt idx="456">
                  <c:v>41.9652442</c:v>
                </c:pt>
                <c:pt idx="457">
                  <c:v>41.9652214</c:v>
                </c:pt>
                <c:pt idx="458">
                  <c:v>41.9652352</c:v>
                </c:pt>
                <c:pt idx="459">
                  <c:v>41.9652336</c:v>
                </c:pt>
                <c:pt idx="460">
                  <c:v>41.9652034</c:v>
                </c:pt>
                <c:pt idx="461">
                  <c:v>41.965173</c:v>
                </c:pt>
                <c:pt idx="462">
                  <c:v>41.9651365</c:v>
                </c:pt>
                <c:pt idx="463">
                  <c:v>41.9647216</c:v>
                </c:pt>
                <c:pt idx="464">
                  <c:v>41.9647167</c:v>
                </c:pt>
                <c:pt idx="465">
                  <c:v>41.9647222</c:v>
                </c:pt>
                <c:pt idx="466">
                  <c:v>41.9647152</c:v>
                </c:pt>
                <c:pt idx="467">
                  <c:v>41.9647189</c:v>
                </c:pt>
                <c:pt idx="468">
                  <c:v>41.9647291</c:v>
                </c:pt>
                <c:pt idx="469">
                  <c:v>41.9647271</c:v>
                </c:pt>
                <c:pt idx="470">
                  <c:v>41.9647288</c:v>
                </c:pt>
                <c:pt idx="471">
                  <c:v>41.9631597</c:v>
                </c:pt>
                <c:pt idx="472">
                  <c:v>41.9612076</c:v>
                </c:pt>
                <c:pt idx="473">
                  <c:v>41.9591049</c:v>
                </c:pt>
                <c:pt idx="474">
                  <c:v>41.954939</c:v>
                </c:pt>
                <c:pt idx="475">
                  <c:v>41.9531809</c:v>
                </c:pt>
                <c:pt idx="476">
                  <c:v>41.9505796</c:v>
                </c:pt>
                <c:pt idx="477">
                  <c:v>41.9505762</c:v>
                </c:pt>
                <c:pt idx="478">
                  <c:v>41.950578</c:v>
                </c:pt>
                <c:pt idx="479">
                  <c:v>41.9505809</c:v>
                </c:pt>
                <c:pt idx="480">
                  <c:v>41.9505583</c:v>
                </c:pt>
                <c:pt idx="481">
                  <c:v>41.9505691</c:v>
                </c:pt>
                <c:pt idx="482">
                  <c:v>41.9505714</c:v>
                </c:pt>
                <c:pt idx="483">
                  <c:v>41.9505882</c:v>
                </c:pt>
                <c:pt idx="484">
                  <c:v>41.9506013</c:v>
                </c:pt>
                <c:pt idx="485">
                  <c:v>41.9506036</c:v>
                </c:pt>
                <c:pt idx="486">
                  <c:v>41.9506014</c:v>
                </c:pt>
                <c:pt idx="487">
                  <c:v>41.9505862</c:v>
                </c:pt>
                <c:pt idx="488">
                  <c:v>41.9505662</c:v>
                </c:pt>
                <c:pt idx="489">
                  <c:v>41.9505697</c:v>
                </c:pt>
                <c:pt idx="490">
                  <c:v>41.9505845</c:v>
                </c:pt>
                <c:pt idx="491">
                  <c:v>41.9505806</c:v>
                </c:pt>
                <c:pt idx="492">
                  <c:v>41.9505758</c:v>
                </c:pt>
                <c:pt idx="493">
                  <c:v>41.9505881</c:v>
                </c:pt>
                <c:pt idx="494">
                  <c:v>41.9505851</c:v>
                </c:pt>
                <c:pt idx="495">
                  <c:v>41.950589</c:v>
                </c:pt>
                <c:pt idx="496">
                  <c:v>41.9505822</c:v>
                </c:pt>
                <c:pt idx="497">
                  <c:v>41.9505811</c:v>
                </c:pt>
                <c:pt idx="498">
                  <c:v>41.9505834</c:v>
                </c:pt>
                <c:pt idx="499">
                  <c:v>41.9505807</c:v>
                </c:pt>
                <c:pt idx="500">
                  <c:v>41.9505701</c:v>
                </c:pt>
                <c:pt idx="501">
                  <c:v>41.9505724</c:v>
                </c:pt>
                <c:pt idx="502">
                  <c:v>41.9505626</c:v>
                </c:pt>
                <c:pt idx="503">
                  <c:v>41.9505569</c:v>
                </c:pt>
                <c:pt idx="504">
                  <c:v>41.9505535</c:v>
                </c:pt>
                <c:pt idx="505">
                  <c:v>41.9505423</c:v>
                </c:pt>
                <c:pt idx="506">
                  <c:v>41.9505355</c:v>
                </c:pt>
                <c:pt idx="507">
                  <c:v>41.950526</c:v>
                </c:pt>
                <c:pt idx="508">
                  <c:v>41.9505282</c:v>
                </c:pt>
                <c:pt idx="509">
                  <c:v>41.9505202</c:v>
                </c:pt>
                <c:pt idx="510">
                  <c:v>41.9505172</c:v>
                </c:pt>
                <c:pt idx="511">
                  <c:v>41.9505099</c:v>
                </c:pt>
                <c:pt idx="512">
                  <c:v>41.9505058</c:v>
                </c:pt>
                <c:pt idx="513">
                  <c:v>41.9504958</c:v>
                </c:pt>
                <c:pt idx="514">
                  <c:v>41.950491</c:v>
                </c:pt>
                <c:pt idx="515">
                  <c:v>41.9504937</c:v>
                </c:pt>
                <c:pt idx="516">
                  <c:v>41.9504812</c:v>
                </c:pt>
                <c:pt idx="517">
                  <c:v>41.9504711</c:v>
                </c:pt>
                <c:pt idx="518">
                  <c:v>41.9504665</c:v>
                </c:pt>
                <c:pt idx="519">
                  <c:v>41.9464946</c:v>
                </c:pt>
                <c:pt idx="520">
                  <c:v>41.9456155</c:v>
                </c:pt>
                <c:pt idx="521">
                  <c:v>41.9425938</c:v>
                </c:pt>
                <c:pt idx="522">
                  <c:v>41.9395346</c:v>
                </c:pt>
                <c:pt idx="523">
                  <c:v>41.9361456</c:v>
                </c:pt>
                <c:pt idx="524">
                  <c:v>41.9361504</c:v>
                </c:pt>
                <c:pt idx="525">
                  <c:v>41.9361277</c:v>
                </c:pt>
                <c:pt idx="526">
                  <c:v>41.9360982</c:v>
                </c:pt>
                <c:pt idx="527">
                  <c:v>41.9360832</c:v>
                </c:pt>
                <c:pt idx="528">
                  <c:v>41.9376178</c:v>
                </c:pt>
                <c:pt idx="529">
                  <c:v>41.940395</c:v>
                </c:pt>
                <c:pt idx="530">
                  <c:v>41.9417332</c:v>
                </c:pt>
                <c:pt idx="531">
                  <c:v>41.9417313</c:v>
                </c:pt>
                <c:pt idx="532">
                  <c:v>41.9429781</c:v>
                </c:pt>
                <c:pt idx="533">
                  <c:v>41.9449754</c:v>
                </c:pt>
                <c:pt idx="534">
                  <c:v>41.9493474</c:v>
                </c:pt>
                <c:pt idx="535">
                  <c:v>41.9511405</c:v>
                </c:pt>
                <c:pt idx="536">
                  <c:v>41.9531312</c:v>
                </c:pt>
                <c:pt idx="537">
                  <c:v>41.9557281</c:v>
                </c:pt>
                <c:pt idx="538">
                  <c:v>41.9576838</c:v>
                </c:pt>
                <c:pt idx="539">
                  <c:v>41.9593859</c:v>
                </c:pt>
                <c:pt idx="540">
                  <c:v>41.9632924</c:v>
                </c:pt>
                <c:pt idx="541">
                  <c:v>41.9663886</c:v>
                </c:pt>
                <c:pt idx="542">
                  <c:v>41.967577</c:v>
                </c:pt>
                <c:pt idx="543">
                  <c:v>41.9718108</c:v>
                </c:pt>
                <c:pt idx="544">
                  <c:v>41.9735653</c:v>
                </c:pt>
                <c:pt idx="545">
                  <c:v>41.9815917</c:v>
                </c:pt>
                <c:pt idx="546">
                  <c:v>41.9892733</c:v>
                </c:pt>
                <c:pt idx="547">
                  <c:v>41.9960878</c:v>
                </c:pt>
                <c:pt idx="548">
                  <c:v>41.9960711</c:v>
                </c:pt>
                <c:pt idx="549">
                  <c:v>41.9972514</c:v>
                </c:pt>
                <c:pt idx="550">
                  <c:v>41.9987614</c:v>
                </c:pt>
                <c:pt idx="551">
                  <c:v>42.0013748</c:v>
                </c:pt>
                <c:pt idx="552">
                  <c:v>42.0033679</c:v>
                </c:pt>
                <c:pt idx="553">
                  <c:v>42.0217948</c:v>
                </c:pt>
                <c:pt idx="554">
                  <c:v>42.0228939</c:v>
                </c:pt>
                <c:pt idx="555">
                  <c:v>42.0230469</c:v>
                </c:pt>
                <c:pt idx="556">
                  <c:v>42.0091492</c:v>
                </c:pt>
                <c:pt idx="557">
                  <c:v>42.0078433</c:v>
                </c:pt>
                <c:pt idx="558">
                  <c:v>42.0051175</c:v>
                </c:pt>
                <c:pt idx="559">
                  <c:v>42.0028841</c:v>
                </c:pt>
                <c:pt idx="560">
                  <c:v>42.0005199</c:v>
                </c:pt>
                <c:pt idx="561">
                  <c:v>41.9983513</c:v>
                </c:pt>
                <c:pt idx="562">
                  <c:v>41.9982182</c:v>
                </c:pt>
                <c:pt idx="563">
                  <c:v>41.9982102</c:v>
                </c:pt>
                <c:pt idx="564">
                  <c:v>41.9961535</c:v>
                </c:pt>
                <c:pt idx="565">
                  <c:v>41.9911058</c:v>
                </c:pt>
                <c:pt idx="566">
                  <c:v>41.9858666</c:v>
                </c:pt>
                <c:pt idx="567">
                  <c:v>41.9858802</c:v>
                </c:pt>
                <c:pt idx="568">
                  <c:v>41.9857364</c:v>
                </c:pt>
                <c:pt idx="569">
                  <c:v>41.9831196</c:v>
                </c:pt>
                <c:pt idx="570">
                  <c:v>41.9811904</c:v>
                </c:pt>
                <c:pt idx="571">
                  <c:v>41.9768358</c:v>
                </c:pt>
                <c:pt idx="572">
                  <c:v>41.974725</c:v>
                </c:pt>
                <c:pt idx="573">
                  <c:v>41.971908</c:v>
                </c:pt>
                <c:pt idx="574">
                  <c:v>41.96974</c:v>
                </c:pt>
                <c:pt idx="575">
                  <c:v>41.9642088</c:v>
                </c:pt>
                <c:pt idx="576">
                  <c:v>41.9625863</c:v>
                </c:pt>
                <c:pt idx="577">
                  <c:v>41.9603426</c:v>
                </c:pt>
                <c:pt idx="578">
                  <c:v>41.9585944</c:v>
                </c:pt>
                <c:pt idx="579">
                  <c:v>41.956005</c:v>
                </c:pt>
                <c:pt idx="580">
                  <c:v>41.9540098</c:v>
                </c:pt>
                <c:pt idx="581">
                  <c:v>41.9524749</c:v>
                </c:pt>
                <c:pt idx="582">
                  <c:v>41.9503369</c:v>
                </c:pt>
                <c:pt idx="583">
                  <c:v>41.9488666</c:v>
                </c:pt>
                <c:pt idx="584">
                  <c:v>41.9478509</c:v>
                </c:pt>
                <c:pt idx="585">
                  <c:v>41.9460815</c:v>
                </c:pt>
                <c:pt idx="586">
                  <c:v>41.9439204</c:v>
                </c:pt>
                <c:pt idx="587">
                  <c:v>41.9424393</c:v>
                </c:pt>
                <c:pt idx="588">
                  <c:v>41.9402882</c:v>
                </c:pt>
                <c:pt idx="589">
                  <c:v>41.9384272</c:v>
                </c:pt>
                <c:pt idx="590">
                  <c:v>41.936744</c:v>
                </c:pt>
                <c:pt idx="591">
                  <c:v>41.9360913</c:v>
                </c:pt>
                <c:pt idx="592">
                  <c:v>41.9360915</c:v>
                </c:pt>
                <c:pt idx="593">
                  <c:v>41.9361017</c:v>
                </c:pt>
                <c:pt idx="594">
                  <c:v>41.9360968</c:v>
                </c:pt>
                <c:pt idx="595">
                  <c:v>41.9360904</c:v>
                </c:pt>
                <c:pt idx="596">
                  <c:v>41.9361007</c:v>
                </c:pt>
                <c:pt idx="597">
                  <c:v>41.9361097</c:v>
                </c:pt>
                <c:pt idx="598">
                  <c:v>41.9361003</c:v>
                </c:pt>
                <c:pt idx="599">
                  <c:v>41.9360305</c:v>
                </c:pt>
                <c:pt idx="600">
                  <c:v>41.9361035</c:v>
                </c:pt>
                <c:pt idx="601">
                  <c:v>41.9360975</c:v>
                </c:pt>
                <c:pt idx="602">
                  <c:v>41.9360932</c:v>
                </c:pt>
                <c:pt idx="603">
                  <c:v>41.9361046</c:v>
                </c:pt>
                <c:pt idx="604">
                  <c:v>41.9361334</c:v>
                </c:pt>
                <c:pt idx="605">
                  <c:v>41.9361678</c:v>
                </c:pt>
                <c:pt idx="606">
                  <c:v>41.9361885</c:v>
                </c:pt>
                <c:pt idx="607">
                  <c:v>41.9362221</c:v>
                </c:pt>
                <c:pt idx="608">
                  <c:v>41.9362523</c:v>
                </c:pt>
                <c:pt idx="609">
                  <c:v>41.9362755</c:v>
                </c:pt>
                <c:pt idx="610">
                  <c:v>41.9363112</c:v>
                </c:pt>
                <c:pt idx="611">
                  <c:v>41.9363191</c:v>
                </c:pt>
                <c:pt idx="612">
                  <c:v>41.9367739</c:v>
                </c:pt>
                <c:pt idx="613">
                  <c:v>41.9374576</c:v>
                </c:pt>
                <c:pt idx="614">
                  <c:v>41.9388314</c:v>
                </c:pt>
                <c:pt idx="615">
                  <c:v>41.9406179</c:v>
                </c:pt>
                <c:pt idx="616">
                  <c:v>41.9429383</c:v>
                </c:pt>
                <c:pt idx="617">
                  <c:v>41.9447093</c:v>
                </c:pt>
                <c:pt idx="618">
                  <c:v>41.9462389</c:v>
                </c:pt>
                <c:pt idx="619">
                  <c:v>41.9470567</c:v>
                </c:pt>
                <c:pt idx="620">
                  <c:v>41.948732</c:v>
                </c:pt>
                <c:pt idx="621">
                  <c:v>41.9505039</c:v>
                </c:pt>
                <c:pt idx="622">
                  <c:v>41.9529259</c:v>
                </c:pt>
                <c:pt idx="623">
                  <c:v>41.9546476</c:v>
                </c:pt>
                <c:pt idx="624">
                  <c:v>41.9569329</c:v>
                </c:pt>
                <c:pt idx="625">
                  <c:v>41.958543</c:v>
                </c:pt>
                <c:pt idx="626">
                  <c:v>41.960212</c:v>
                </c:pt>
                <c:pt idx="627">
                  <c:v>41.9626254</c:v>
                </c:pt>
                <c:pt idx="628">
                  <c:v>41.964549</c:v>
                </c:pt>
                <c:pt idx="629">
                  <c:v>41.9658905</c:v>
                </c:pt>
                <c:pt idx="630">
                  <c:v>41.9698032</c:v>
                </c:pt>
                <c:pt idx="631">
                  <c:v>41.9726632</c:v>
                </c:pt>
                <c:pt idx="632">
                  <c:v>41.974217</c:v>
                </c:pt>
                <c:pt idx="633">
                  <c:v>41.9758225</c:v>
                </c:pt>
                <c:pt idx="634">
                  <c:v>41.9776504</c:v>
                </c:pt>
                <c:pt idx="635">
                  <c:v>41.9793043</c:v>
                </c:pt>
                <c:pt idx="636">
                  <c:v>41.9809936</c:v>
                </c:pt>
                <c:pt idx="637">
                  <c:v>41.983399</c:v>
                </c:pt>
                <c:pt idx="638">
                  <c:v>41.9851197</c:v>
                </c:pt>
                <c:pt idx="639">
                  <c:v>41.9869495</c:v>
                </c:pt>
                <c:pt idx="640">
                  <c:v>41.9893502</c:v>
                </c:pt>
                <c:pt idx="641">
                  <c:v>41.991058</c:v>
                </c:pt>
                <c:pt idx="642">
                  <c:v>41.9932119</c:v>
                </c:pt>
                <c:pt idx="643">
                  <c:v>41.9947763</c:v>
                </c:pt>
                <c:pt idx="644">
                  <c:v>42.0011906</c:v>
                </c:pt>
                <c:pt idx="645">
                  <c:v>42.0034061</c:v>
                </c:pt>
                <c:pt idx="646">
                  <c:v>42.0057259</c:v>
                </c:pt>
                <c:pt idx="647">
                  <c:v>42.0077052</c:v>
                </c:pt>
                <c:pt idx="648">
                  <c:v>42.0122018</c:v>
                </c:pt>
                <c:pt idx="649">
                  <c:v>42.0207976</c:v>
                </c:pt>
                <c:pt idx="650">
                  <c:v>42.0231653</c:v>
                </c:pt>
                <c:pt idx="651">
                  <c:v>42.0232936</c:v>
                </c:pt>
                <c:pt idx="652">
                  <c:v>42.0234342</c:v>
                </c:pt>
                <c:pt idx="653">
                  <c:v>42.0235034</c:v>
                </c:pt>
                <c:pt idx="654">
                  <c:v>42.023357</c:v>
                </c:pt>
                <c:pt idx="655">
                  <c:v>42.0185784</c:v>
                </c:pt>
                <c:pt idx="656">
                  <c:v>42.0155046</c:v>
                </c:pt>
                <c:pt idx="657">
                  <c:v>42.0136254</c:v>
                </c:pt>
                <c:pt idx="658">
                  <c:v>42.011437</c:v>
                </c:pt>
                <c:pt idx="659">
                  <c:v>42.009477</c:v>
                </c:pt>
                <c:pt idx="660">
                  <c:v>42.0074573</c:v>
                </c:pt>
                <c:pt idx="661">
                  <c:v>42.0044033</c:v>
                </c:pt>
                <c:pt idx="662">
                  <c:v>42.0027899</c:v>
                </c:pt>
                <c:pt idx="663">
                  <c:v>41.9901762</c:v>
                </c:pt>
                <c:pt idx="664">
                  <c:v>41.9881384</c:v>
                </c:pt>
                <c:pt idx="665">
                  <c:v>41.9866107</c:v>
                </c:pt>
                <c:pt idx="666">
                  <c:v>41.9849629</c:v>
                </c:pt>
                <c:pt idx="667">
                  <c:v>41.9842605</c:v>
                </c:pt>
                <c:pt idx="668">
                  <c:v>41.9834977</c:v>
                </c:pt>
                <c:pt idx="669">
                  <c:v>41.9813772</c:v>
                </c:pt>
                <c:pt idx="670">
                  <c:v>41.9796657</c:v>
                </c:pt>
                <c:pt idx="671">
                  <c:v>41.9780445</c:v>
                </c:pt>
                <c:pt idx="672">
                  <c:v>41.9756604</c:v>
                </c:pt>
                <c:pt idx="673">
                  <c:v>41.9737408</c:v>
                </c:pt>
                <c:pt idx="674">
                  <c:v>41.9719324</c:v>
                </c:pt>
                <c:pt idx="675">
                  <c:v>41.9697081</c:v>
                </c:pt>
                <c:pt idx="676">
                  <c:v>41.9679185</c:v>
                </c:pt>
                <c:pt idx="677">
                  <c:v>41.9661006</c:v>
                </c:pt>
                <c:pt idx="678">
                  <c:v>41.9649936</c:v>
                </c:pt>
                <c:pt idx="679">
                  <c:v>41.9634937</c:v>
                </c:pt>
                <c:pt idx="680">
                  <c:v>41.9579016</c:v>
                </c:pt>
                <c:pt idx="681">
                  <c:v>41.9549214</c:v>
                </c:pt>
                <c:pt idx="682">
                  <c:v>41.9533025</c:v>
                </c:pt>
                <c:pt idx="683">
                  <c:v>41.9517058</c:v>
                </c:pt>
                <c:pt idx="684">
                  <c:v>41.9494491</c:v>
                </c:pt>
                <c:pt idx="685">
                  <c:v>41.9477633</c:v>
                </c:pt>
                <c:pt idx="686">
                  <c:v>41.9454446</c:v>
                </c:pt>
                <c:pt idx="687">
                  <c:v>41.9436845</c:v>
                </c:pt>
                <c:pt idx="688">
                  <c:v>41.9419163</c:v>
                </c:pt>
                <c:pt idx="689">
                  <c:v>41.9396431</c:v>
                </c:pt>
                <c:pt idx="690">
                  <c:v>41.9377381</c:v>
                </c:pt>
                <c:pt idx="691">
                  <c:v>41.9361403</c:v>
                </c:pt>
                <c:pt idx="692">
                  <c:v>41.9360981</c:v>
                </c:pt>
                <c:pt idx="693">
                  <c:v>41.9361339</c:v>
                </c:pt>
                <c:pt idx="694">
                  <c:v>41.9361664</c:v>
                </c:pt>
                <c:pt idx="695">
                  <c:v>41.9362162</c:v>
                </c:pt>
                <c:pt idx="696">
                  <c:v>41.9362437</c:v>
                </c:pt>
                <c:pt idx="697">
                  <c:v>41.9362777</c:v>
                </c:pt>
                <c:pt idx="698">
                  <c:v>41.936294</c:v>
                </c:pt>
                <c:pt idx="699">
                  <c:v>41.9363563</c:v>
                </c:pt>
                <c:pt idx="700">
                  <c:v>41.9362665</c:v>
                </c:pt>
                <c:pt idx="701">
                  <c:v>41.9362188</c:v>
                </c:pt>
                <c:pt idx="702">
                  <c:v>41.9361357</c:v>
                </c:pt>
                <c:pt idx="703">
                  <c:v>41.9360638</c:v>
                </c:pt>
                <c:pt idx="704">
                  <c:v>41.9360778</c:v>
                </c:pt>
                <c:pt idx="705">
                  <c:v>41.9360803</c:v>
                </c:pt>
                <c:pt idx="706">
                  <c:v>41.9360805</c:v>
                </c:pt>
                <c:pt idx="707">
                  <c:v>41.9360848</c:v>
                </c:pt>
                <c:pt idx="708">
                  <c:v>41.9360834</c:v>
                </c:pt>
                <c:pt idx="709">
                  <c:v>41.9360819</c:v>
                </c:pt>
                <c:pt idx="710">
                  <c:v>41.9360828</c:v>
                </c:pt>
                <c:pt idx="711">
                  <c:v>41.9360752</c:v>
                </c:pt>
                <c:pt idx="712">
                  <c:v>41.9360641</c:v>
                </c:pt>
                <c:pt idx="713">
                  <c:v>41.9360835</c:v>
                </c:pt>
                <c:pt idx="714">
                  <c:v>41.9361054</c:v>
                </c:pt>
                <c:pt idx="715">
                  <c:v>41.9361408</c:v>
                </c:pt>
                <c:pt idx="716">
                  <c:v>41.9361803</c:v>
                </c:pt>
                <c:pt idx="717">
                  <c:v>41.9362572</c:v>
                </c:pt>
                <c:pt idx="718">
                  <c:v>41.9362795</c:v>
                </c:pt>
                <c:pt idx="719">
                  <c:v>41.9363186</c:v>
                </c:pt>
                <c:pt idx="720">
                  <c:v>41.9363423</c:v>
                </c:pt>
                <c:pt idx="721">
                  <c:v>41.9363203</c:v>
                </c:pt>
                <c:pt idx="722">
                  <c:v>41.9362725</c:v>
                </c:pt>
                <c:pt idx="723">
                  <c:v>41.9362238</c:v>
                </c:pt>
                <c:pt idx="724">
                  <c:v>41.936182</c:v>
                </c:pt>
                <c:pt idx="725">
                  <c:v>41.9360998</c:v>
                </c:pt>
                <c:pt idx="726">
                  <c:v>41.9360557</c:v>
                </c:pt>
                <c:pt idx="727">
                  <c:v>41.9361139</c:v>
                </c:pt>
                <c:pt idx="728">
                  <c:v>41.9385404</c:v>
                </c:pt>
                <c:pt idx="729">
                  <c:v>41.9404683</c:v>
                </c:pt>
                <c:pt idx="730">
                  <c:v>41.9429709</c:v>
                </c:pt>
                <c:pt idx="731">
                  <c:v>41.9449797</c:v>
                </c:pt>
                <c:pt idx="732">
                  <c:v>41.9471006</c:v>
                </c:pt>
                <c:pt idx="733">
                  <c:v>41.9499031</c:v>
                </c:pt>
                <c:pt idx="734">
                  <c:v>41.9505821</c:v>
                </c:pt>
                <c:pt idx="735">
                  <c:v>41.9505865</c:v>
                </c:pt>
                <c:pt idx="736">
                  <c:v>41.9506141</c:v>
                </c:pt>
                <c:pt idx="737">
                  <c:v>41.9499203</c:v>
                </c:pt>
                <c:pt idx="738">
                  <c:v>41.9481792</c:v>
                </c:pt>
                <c:pt idx="739">
                  <c:v>41.9454587</c:v>
                </c:pt>
                <c:pt idx="740">
                  <c:v>41.9434428</c:v>
                </c:pt>
                <c:pt idx="741">
                  <c:v>41.9407441</c:v>
                </c:pt>
                <c:pt idx="742">
                  <c:v>41.938421</c:v>
                </c:pt>
                <c:pt idx="743">
                  <c:v>41.9362195</c:v>
                </c:pt>
                <c:pt idx="744">
                  <c:v>41.9360877</c:v>
                </c:pt>
                <c:pt idx="745">
                  <c:v>41.9360624</c:v>
                </c:pt>
                <c:pt idx="746">
                  <c:v>41.9360466</c:v>
                </c:pt>
                <c:pt idx="747">
                  <c:v>41.936009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-93.66"/>
          <c:min val="-93.88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42.04"/>
          <c:min val="41.9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3A4842"/>
              </a:solidFill>
              <a:latin typeface="Consola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samples with no cell</c:v>
                </c:pt>
              </c:strCache>
            </c:strRef>
          </c:tx>
          <c:spPr>
            <a:solidFill>
              <a:srgbClr val="8C1D4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0-2 km</c:v>
                </c:pt>
                <c:pt idx="1">
                  <c:v>2-4 km</c:v>
                </c:pt>
                <c:pt idx="2">
                  <c:v>4-6 km</c:v>
                </c:pt>
                <c:pt idx="3">
                  <c:v>6-8 km</c:v>
                </c:pt>
                <c:pt idx="4">
                  <c:v>8-13 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6.3003663003663</c:v>
                </c:pt>
                <c:pt idx="1">
                  <c:v>36.26465661641541</c:v>
                </c:pt>
                <c:pt idx="2">
                  <c:v>48.771929824561404</c:v>
                </c:pt>
                <c:pt idx="3">
                  <c:v>46.666666666666664</c:v>
                </c:pt>
                <c:pt idx="4">
                  <c:v>66.80473372781066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50">
                  <a:solidFill>
                    <a:srgbClr val="16211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downlink Mbps</c:v>
                </c:pt>
              </c:strCache>
            </c:strRef>
          </c:tx>
          <c:spPr>
            <a:solidFill>
              <a:srgbClr val="0F6E7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0-2 km</c:v>
                </c:pt>
                <c:pt idx="1">
                  <c:v>2-4 km</c:v>
                </c:pt>
                <c:pt idx="2">
                  <c:v>4-6 km</c:v>
                </c:pt>
                <c:pt idx="3">
                  <c:v>6-8 km</c:v>
                </c:pt>
                <c:pt idx="4">
                  <c:v>8-13 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232.0</c:v>
                </c:pt>
                <c:pt idx="1">
                  <c:v>232.0</c:v>
                </c:pt>
                <c:pt idx="2">
                  <c:v>216.5</c:v>
                </c:pt>
                <c:pt idx="3">
                  <c:v>204.5</c:v>
                </c:pt>
                <c:pt idx="4">
                  <c:v>191.0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uplink Mbps</c:v>
                </c:pt>
              </c:strCache>
            </c:strRef>
          </c:tx>
          <c:spPr>
            <a:solidFill>
              <a:srgbClr val="8F62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0-2 km</c:v>
                </c:pt>
                <c:pt idx="1">
                  <c:v>2-4 km</c:v>
                </c:pt>
                <c:pt idx="2">
                  <c:v>4-6 km</c:v>
                </c:pt>
                <c:pt idx="3">
                  <c:v>6-8 km</c:v>
                </c:pt>
                <c:pt idx="4">
                  <c:v>8-13 km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62.9</c:v>
                </c:pt>
                <c:pt idx="1">
                  <c:v>52.4</c:v>
                </c:pt>
                <c:pt idx="2">
                  <c:v>31.5</c:v>
                </c:pt>
                <c:pt idx="3">
                  <c:v>15.25</c:v>
                </c:pt>
                <c:pt idx="4">
                  <c:v>10.5</c:v>
                </c:pt>
              </c:numCache>
            </c:numRef>
          </c:val>
        </c:ser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3A4842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path clear</c:v>
                </c:pt>
              </c:strCache>
            </c:strRef>
          </c:tx>
          <c:spPr>
            <a:solidFill>
              <a:srgbClr val="0F6E7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0-2 km</c:v>
                </c:pt>
                <c:pt idx="1">
                  <c:v>2-4 km</c:v>
                </c:pt>
                <c:pt idx="2">
                  <c:v>4-6 km</c:v>
                </c:pt>
                <c:pt idx="3">
                  <c:v>6-8 km</c:v>
                </c:pt>
                <c:pt idx="4">
                  <c:v>8-13 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5.936777178103315</c:v>
                </c:pt>
                <c:pt idx="1">
                  <c:v>32.50259605399792</c:v>
                </c:pt>
                <c:pt idx="2">
                  <c:v>41.12021857923497</c:v>
                </c:pt>
                <c:pt idx="3">
                  <c:v>49.90958408679928</c:v>
                </c:pt>
                <c:pt idx="4">
                  <c:v>67.3469387755102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Fresnel obstructed</c:v>
                </c:pt>
              </c:strCache>
            </c:strRef>
          </c:tx>
          <c:spPr>
            <a:solidFill>
              <a:srgbClr val="8C1D4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0-2 km</c:v>
                </c:pt>
                <c:pt idx="1">
                  <c:v>2-4 km</c:v>
                </c:pt>
                <c:pt idx="2">
                  <c:v>4-6 km</c:v>
                </c:pt>
                <c:pt idx="3">
                  <c:v>6-8 km</c:v>
                </c:pt>
                <c:pt idx="4">
                  <c:v>8-13 km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13.23529411764706</c:v>
                </c:pt>
                <c:pt idx="1">
                  <c:v>51.94805194805194</c:v>
                </c:pt>
                <c:pt idx="2">
                  <c:v>62.5</c:v>
                </c:pt>
                <c:pt idx="3">
                  <c:v>45.17470881863561</c:v>
                </c:pt>
                <c:pt idx="4">
                  <c:v>66.69054441260745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50">
                  <a:solidFill>
                    <a:srgbClr val="16211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3A4842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residual σ, dB</c:v>
                </c:pt>
              </c:strCache>
            </c:strRef>
          </c:tx>
          <c:spPr>
            <a:solidFill>
              <a:srgbClr val="8F62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distance
+ azimuth</c:v>
                </c:pt>
                <c:pt idx="1">
                  <c:v>+ terrain
diffraction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9.21</c:v>
                </c:pt>
                <c:pt idx="1">
                  <c:v>7.346354177878046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50">
                  <a:solidFill>
                    <a:srgbClr val="16211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path-loss exponent</c:v>
                </c:pt>
              </c:strCache>
            </c:strRef>
          </c:tx>
          <c:spPr>
            <a:solidFill>
              <a:srgbClr val="0F6E7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without
terrain</c:v>
                </c:pt>
                <c:pt idx="1">
                  <c:v>with
terrain</c:v>
                </c:pt>
                <c:pt idx="2">
                  <c:v>free
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</c:v>
                </c:pt>
                <c:pt idx="1">
                  <c:v>1.8000000000000007</c:v>
                </c:pt>
                <c:pt idx="2">
                  <c:v>2.0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50">
                  <a:solidFill>
                    <a:srgbClr val="16211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MAE, dB</c:v>
                </c:pt>
              </c:strCache>
            </c:strRef>
          </c:tx>
          <c:spPr>
            <a:solidFill>
              <a:srgbClr val="C3CCB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
sample</c:v>
                </c:pt>
                <c:pt idx="1">
                  <c:v>random
split</c:v>
                </c:pt>
                <c:pt idx="2">
                  <c:v>held-out
geography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5.593595157581349</c:v>
                </c:pt>
                <c:pt idx="1">
                  <c:v>5.604882598737012</c:v>
                </c:pt>
                <c:pt idx="2">
                  <c:v>7.629390072791269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50">
                  <a:solidFill>
                    <a:srgbClr val="16211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gain</c:v>
                </c:pt>
              </c:strCache>
            </c:strRef>
          </c:tx>
          <c:spPr>
            <a:ln w="28575">
              <a:solidFill>
                <a:srgbClr val="8C1D40"/>
              </a:solidFill>
            </a:ln>
          </c:spPr>
          <c:cat>
            <c:strRef>
              <c:f>Sheet1!$A$2:$A$8</c:f>
              <c:strCache>
                <c:ptCount val="7"/>
                <c:pt idx="0">
                  <c:v>−0</c:v>
                </c:pt>
                <c:pt idx="1">
                  <c:v>−5</c:v>
                </c:pt>
                <c:pt idx="2">
                  <c:v>−10</c:v>
                </c:pt>
                <c:pt idx="3">
                  <c:v>−15</c:v>
                </c:pt>
                <c:pt idx="4">
                  <c:v>−20</c:v>
                </c:pt>
                <c:pt idx="5">
                  <c:v>−26</c:v>
                </c:pt>
                <c:pt idx="6">
                  <c:v>−32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0.565090166427435</c:v>
                </c:pt>
                <c:pt idx="1">
                  <c:v>0.4752812816904818</c:v>
                </c:pt>
                <c:pt idx="2">
                  <c:v>0.3339020439825493</c:v>
                </c:pt>
                <c:pt idx="3">
                  <c:v>0.2845664925589969</c:v>
                </c:pt>
                <c:pt idx="4">
                  <c:v>0.19555095876999562</c:v>
                </c:pt>
                <c:pt idx="5">
                  <c:v>0.023663213777346426</c:v>
                </c:pt>
                <c:pt idx="6">
                  <c:v>0.002440556097197788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</c:v>
                </c:pt>
              </c:strCache>
            </c:strRef>
          </c:tx>
          <c:spPr>
            <a:solidFill>
              <a:srgbClr val="0F6E7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route-km added</c:v>
                </c:pt>
                <c:pt idx="1">
                  <c:v>km² added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28.625000000000014</c:v>
                </c:pt>
                <c:pt idx="1">
                  <c:v>42.64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Relay</c:v>
                </c:pt>
              </c:strCache>
            </c:strRef>
          </c:tx>
          <c:spPr>
            <a:solidFill>
              <a:srgbClr val="8F62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route-km added</c:v>
                </c:pt>
                <c:pt idx="1">
                  <c:v>km² added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1.375000000000007</c:v>
                </c:pt>
                <c:pt idx="1">
                  <c:v>0.480000000000004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Small cell</c:v>
                </c:pt>
              </c:strCache>
            </c:strRef>
          </c:tx>
          <c:spPr>
            <a:solidFill>
              <a:srgbClr val="8C1D4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route-km added</c:v>
                </c:pt>
                <c:pt idx="1">
                  <c:v>km² added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0.70000000000001</c:v>
                </c:pt>
                <c:pt idx="1">
                  <c:v>0.0799999999999983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>
                  <a:solidFill>
                    <a:srgbClr val="16211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3A4842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route-km served</c:v>
                </c:pt>
              </c:strCache>
            </c:strRef>
          </c:tx>
          <c:spPr>
            <a:solidFill>
              <a:srgbClr val="C3CCB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now</c:v>
                </c:pt>
                <c:pt idx="1">
                  <c:v>+ small cell</c:v>
                </c:pt>
                <c:pt idx="2">
                  <c:v>+ relay</c:v>
                </c:pt>
                <c:pt idx="3">
                  <c:v>+ macro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44.449207029575646</c:v>
                </c:pt>
                <c:pt idx="1">
                  <c:v>45.04929275610802</c:v>
                </c:pt>
                <c:pt idx="2">
                  <c:v>45.627946849549936</c:v>
                </c:pt>
                <c:pt idx="3">
                  <c:v>68.98842691813117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50">
                  <a:solidFill>
                    <a:srgbClr val="16211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gain</c:v>
                </c:pt>
              </c:strCache>
            </c:strRef>
          </c:tx>
          <c:spPr>
            <a:solidFill>
              <a:srgbClr val="5B3A9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p10</c:v>
                </c:pt>
                <c:pt idx="1">
                  <c:v>median</c:v>
                </c:pt>
                <c:pt idx="2">
                  <c:v>p90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0.47794131700850817</c:v>
                </c:pt>
                <c:pt idx="1">
                  <c:v>0.49233811642445874</c:v>
                </c:pt>
                <c:pt idx="2">
                  <c:v>0.5055616609964118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850">
                  <a:solidFill>
                    <a:srgbClr val="16211C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CCB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3CCBF"/>
            </a:solidFill>
          </a:ln>
        </c:spPr>
        <c:txPr>
          <a:bodyPr/>
          <a:lstStyle/>
          <a:p>
            <a:pPr>
              <a:defRPr sz="850">
                <a:solidFill>
                  <a:srgbClr val="65726B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5726B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70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160">
                <a:solidFill>
                  <a:srgbClr val="65726B"/>
                </a:solidFill>
                <a:latin typeface="Consol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11C"/>
                </a:solidFill>
                <a:latin typeface="Archivo"/>
              </a:rPr>
              <a:t>Six in ten kilometres have no usable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7,144 measurements, two days, 178 km² of Iowa farmland — served by one tower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1572768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6420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828800"/>
            <a:ext cx="1316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11C"/>
                </a:solidFill>
                <a:latin typeface="Archivo"/>
              </a:rPr>
              <a:t>7,144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231136"/>
            <a:ext cx="1316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one every 2.6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1572768"/>
            <a:ext cx="1572768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166420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NO SERVING CELL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1828800"/>
            <a:ext cx="1316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C1D40"/>
                </a:solidFill>
                <a:latin typeface="Archivo"/>
              </a:rPr>
              <a:t>42.3%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231136"/>
            <a:ext cx="1316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3,023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9624" y="1572768"/>
            <a:ext cx="1572768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166420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ROUTE DRIVEN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1828800"/>
            <a:ext cx="1316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11C"/>
                </a:solidFill>
                <a:latin typeface="Archivo"/>
              </a:rPr>
              <a:t>117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231136"/>
            <a:ext cx="1316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distinct road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2976" y="1572768"/>
            <a:ext cx="1572768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166420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SURVEY 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1828800"/>
            <a:ext cx="1316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11C"/>
                </a:solidFill>
                <a:latin typeface="Archivo"/>
              </a:rPr>
              <a:t>178 km²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2231136"/>
            <a:ext cx="1316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11.0 × 16.2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788920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Every measurement, coloured by whether it had service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365760" y="3017520"/>
          <a:ext cx="64008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040880" y="278892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Service collapses with distance from the tower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903720" y="3017520"/>
          <a:ext cx="4846320" cy="15727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040880" y="470916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Downlink holds. Uplink does not.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903720" y="4919472"/>
          <a:ext cx="4846320" cy="148132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Rectangle 29"/>
          <p:cNvSpPr/>
          <p:nvPr/>
        </p:nvSpPr>
        <p:spPr>
          <a:xfrm>
            <a:off x="502920" y="6053328"/>
            <a:ext cx="11183112" cy="566928"/>
          </a:xfrm>
          <a:prstGeom prst="rect">
            <a:avLst/>
          </a:prstGeom>
          <a:solidFill>
            <a:srgbClr val="F1F4EF"/>
          </a:solidFill>
          <a:ln w="19050">
            <a:solidFill>
              <a:srgbClr val="0F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6181344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11C"/>
                </a:solidFill>
                <a:latin typeface="Archivo"/>
              </a:rPr>
              <a:t>Where does one more installation go?   The tower sits 1.6 km from the north edge and 9.5 km from the south — the survey reaches six times further south than north.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70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160">
                <a:solidFill>
                  <a:srgbClr val="65726B"/>
                </a:solidFill>
                <a:latin typeface="Consolas"/>
              </a:rPr>
              <a:t>WHY IT IS HARD · 1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11C"/>
                </a:solidFill>
                <a:latin typeface="Archivo"/>
              </a:rPr>
              <a:t>Between 2 and 6 km, dead spots are terrain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Obstruction of the first Fresnel zone — not blocked line of 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394960" cy="2286000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383280"/>
            <a:ext cx="4846320" cy="146304"/>
          </a:xfrm>
          <a:prstGeom prst="rect">
            <a:avLst/>
          </a:prstGeom>
          <a:solidFill>
            <a:srgbClr val="C3C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2057400"/>
            <a:ext cx="64008" cy="1325880"/>
          </a:xfrm>
          <a:prstGeom prst="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5256" y="1911096"/>
            <a:ext cx="274320" cy="274320"/>
          </a:xfrm>
          <a:prstGeom prst="ellipse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2880360" y="2816352"/>
            <a:ext cx="1371600" cy="566928"/>
          </a:xfrm>
          <a:prstGeom prst="triangle">
            <a:avLst/>
          </a:prstGeom>
          <a:solidFill>
            <a:srgbClr val="C3C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3072384"/>
            <a:ext cx="164592" cy="164592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258568"/>
            <a:ext cx="3931920" cy="1005840"/>
          </a:xfrm>
          <a:prstGeom prst="ellipse">
            <a:avLst/>
          </a:prstGeom>
          <a:noFill/>
          <a:ln w="19050">
            <a:solidFill>
              <a:srgbClr val="8F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51560" y="2057400"/>
            <a:ext cx="3877056" cy="1097280"/>
          </a:xfrm>
          <a:prstGeom prst="line">
            <a:avLst/>
          </a:prstGeom>
          <a:ln w="19050">
            <a:solidFill>
              <a:srgbClr val="162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170992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3A4842"/>
                </a:solidFill>
                <a:latin typeface="Consolas"/>
              </a:rPr>
              <a:t>120 ft mast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103120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F6200"/>
                </a:solidFill>
                <a:latin typeface="Consolas"/>
              </a:rPr>
              <a:t>first Fresnel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8444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1D40"/>
                </a:solidFill>
                <a:latin typeface="Consolas"/>
              </a:rPr>
              <a:t>ridge clips the 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1635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0F6E70"/>
                </a:solidFill>
                <a:latin typeface="Consolas"/>
              </a:rPr>
              <a:t>receiver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9359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6211C"/>
                </a:solidFill>
                <a:latin typeface="Archivo"/>
              </a:rPr>
              <a:t>Line of sight is clear. The link is still obstructed.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00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Outage rate, split by whether the path is obstructed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126480" y="1810512"/>
          <a:ext cx="557784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ectangle 22"/>
          <p:cNvSpPr/>
          <p:nvPr/>
        </p:nvSpPr>
        <p:spPr>
          <a:xfrm>
            <a:off x="502920" y="4206240"/>
            <a:ext cx="2139696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4297680"/>
            <a:ext cx="18836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BLOCKED LINE OF 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4462272"/>
            <a:ext cx="18836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65726B"/>
                </a:solidFill>
                <a:latin typeface="Archivo"/>
              </a:rPr>
              <a:t>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4864608"/>
            <a:ext cx="1883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of all links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206240"/>
            <a:ext cx="2139696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71216" y="4297680"/>
            <a:ext cx="18836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INSIDE THE FRESNEL ZONE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6" y="4462272"/>
            <a:ext cx="18836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F6200"/>
                </a:solidFill>
                <a:latin typeface="Archivo"/>
              </a:rPr>
              <a:t>46%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1216" y="4864608"/>
            <a:ext cx="1883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the real 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4206240"/>
            <a:ext cx="2139696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11496" y="4297680"/>
            <a:ext cx="18836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ODDS OF OUTAGE, 2-4 KM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1496" y="4462272"/>
            <a:ext cx="18836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C1D40"/>
                </a:solidFill>
                <a:latin typeface="Archivo"/>
              </a:rPr>
              <a:t>2.25×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4864608"/>
            <a:ext cx="1883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p = 7.7e-08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4206240"/>
            <a:ext cx="2139696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4297680"/>
            <a:ext cx="18836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ODDS OF OUTAGE, 4-6 KM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1776" y="4462272"/>
            <a:ext cx="18836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C1D40"/>
                </a:solidFill>
                <a:latin typeface="Archivo"/>
              </a:rPr>
              <a:t>2.39×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6" y="4864608"/>
            <a:ext cx="1883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p = 5.5e-12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4206240"/>
            <a:ext cx="2139696" cy="93268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92056" y="4297680"/>
            <a:ext cx="18836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BEYOND 6 KM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92056" y="4462272"/>
            <a:ext cx="18836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65726B"/>
                </a:solidFill>
                <a:latin typeface="Archivo"/>
              </a:rPr>
              <a:t>no effect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92056" y="4864608"/>
            <a:ext cx="1883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link budget is gone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5726B"/>
                </a:solidFill>
                <a:latin typeface="Consolas"/>
              </a:rPr>
              <a:t>Obstructed cells are twice as likely to be dead as clear cells the same distance out. Past 6 km the effect vanishes — everything fails there anyway.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A4842"/>
                </a:solidFill>
                <a:latin typeface="Consolas"/>
              </a:rPr>
              <a:t>Terrain relief across the survey: 98 m. DEM: USGS 3DEP 1/3 arc-second, 10 m posts.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70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160">
                <a:solidFill>
                  <a:srgbClr val="65726B"/>
                </a:solidFill>
                <a:latin typeface="Consolas"/>
              </a:rPr>
              <a:t>HOW WE MODEL IT — AND WHAT WE 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11C"/>
                </a:solidFill>
                <a:latin typeface="Archivo"/>
              </a:rPr>
              <a:t>One physical chain, and an honest account of where it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Geometry to received power to service, then tested against the measurements it did not see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2395728" cy="1024128"/>
          </a:xfrm>
          <a:prstGeom prst="rect">
            <a:avLst/>
          </a:prstGeom>
          <a:solidFill>
            <a:srgbClr val="F1F4EF"/>
          </a:solidFill>
          <a:ln w="19050">
            <a:solidFill>
              <a:srgbClr val="0F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63677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20">
                <a:solidFill>
                  <a:srgbClr val="0F6E70"/>
                </a:solidFill>
                <a:latin typeface="Consolas"/>
              </a:rPr>
              <a:t>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4708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A4842"/>
                </a:solidFill>
                <a:latin typeface="Archivo"/>
              </a:rPr>
              <a:t>distance, bearing,
terrain profile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53512" y="1929384"/>
            <a:ext cx="310896" cy="237744"/>
          </a:xfrm>
          <a:prstGeom prst="rightArrow">
            <a:avLst/>
          </a:prstGeom>
          <a:solidFill>
            <a:srgbClr val="C3C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8416" y="1536192"/>
            <a:ext cx="2395728" cy="1024128"/>
          </a:xfrm>
          <a:prstGeom prst="rect">
            <a:avLst/>
          </a:prstGeom>
          <a:solidFill>
            <a:srgbClr val="F1F4EF"/>
          </a:solidFill>
          <a:ln w="19050">
            <a:solidFill>
              <a:srgbClr val="0F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3677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20">
                <a:solidFill>
                  <a:srgbClr val="0F6E70"/>
                </a:solidFill>
                <a:latin typeface="Consolas"/>
              </a:rPr>
              <a:t>RSRP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4708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A4842"/>
                </a:solidFill>
                <a:latin typeface="Archivo"/>
              </a:rPr>
              <a:t>path loss +
knife-edge diffraction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79008" y="1929384"/>
            <a:ext cx="310896" cy="237744"/>
          </a:xfrm>
          <a:prstGeom prst="rightArrow">
            <a:avLst/>
          </a:prstGeom>
          <a:solidFill>
            <a:srgbClr val="C3C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1536192"/>
            <a:ext cx="2395728" cy="1024128"/>
          </a:xfrm>
          <a:prstGeom prst="rect">
            <a:avLst/>
          </a:prstGeom>
          <a:solidFill>
            <a:srgbClr val="F1F4EF"/>
          </a:solidFill>
          <a:ln w="19050">
            <a:solidFill>
              <a:srgbClr val="8F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63677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20">
                <a:solidFill>
                  <a:srgbClr val="8F6200"/>
                </a:solidFill>
                <a:latin typeface="Consolas"/>
              </a:rPr>
              <a:t>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84708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A4842"/>
                </a:solidFill>
                <a:latin typeface="Archivo"/>
              </a:rPr>
              <a:t>fitted curve,
P(service) vs RSRP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04504" y="1929384"/>
            <a:ext cx="310896" cy="237744"/>
          </a:xfrm>
          <a:prstGeom prst="rightArrow">
            <a:avLst/>
          </a:prstGeom>
          <a:solidFill>
            <a:srgbClr val="C3C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9408" y="1536192"/>
            <a:ext cx="2395728" cy="1024128"/>
          </a:xfrm>
          <a:prstGeom prst="rect">
            <a:avLst/>
          </a:prstGeom>
          <a:solidFill>
            <a:srgbClr val="F1F4EF"/>
          </a:solidFill>
          <a:ln w="19050">
            <a:solidFill>
              <a:srgbClr val="1621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636776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20">
                <a:solidFill>
                  <a:srgbClr val="16211C"/>
                </a:solidFill>
                <a:latin typeface="Consolas"/>
              </a:rP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184708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A4842"/>
                </a:solidFill>
                <a:latin typeface="Archivo"/>
              </a:rPr>
              <a:t>route-km 70%
area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615184"/>
            <a:ext cx="5669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F6200"/>
                </a:solidFill>
                <a:latin typeface="Archivo"/>
              </a:rPr>
              <a:t>The first two links are strong. The third is not.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962656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4842"/>
                </a:solidFill>
                <a:latin typeface="Archivo"/>
              </a:rPr>
              <a:t>Terrain absorbs a fifth of the scatter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365760" y="3145536"/>
          <a:ext cx="35661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114800" y="2962656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4842"/>
                </a:solidFill>
                <a:latin typeface="Archivo"/>
              </a:rPr>
              <a:t>and the exponent falls to free space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977639" y="3145536"/>
          <a:ext cx="35661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726679" y="2962656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A4842"/>
                </a:solidFill>
                <a:latin typeface="Archivo"/>
              </a:rPr>
              <a:t>RSRP error, three ways of splitting the data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7589520" y="3145536"/>
          <a:ext cx="411480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Rectangle 29"/>
          <p:cNvSpPr/>
          <p:nvPr/>
        </p:nvSpPr>
        <p:spPr>
          <a:xfrm>
            <a:off x="502920" y="5120640"/>
            <a:ext cx="2743200" cy="84124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5212080"/>
            <a:ext cx="2487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DIFFRACTION COEFFICIENT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5376672"/>
            <a:ext cx="2487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11C"/>
                </a:solidFill>
                <a:latin typeface="Archivo"/>
              </a:rPr>
              <a:t>-0.73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5779008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dB per dB · physics says −1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4992" y="5120640"/>
            <a:ext cx="2743200" cy="84124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93008" y="5212080"/>
            <a:ext cx="2487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RSRP HELD-OUT R²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5376672"/>
            <a:ext cx="2487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C1D40"/>
                </a:solidFill>
                <a:latin typeface="Archivo"/>
              </a:rPr>
              <a:t>+0.15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3008" y="5779008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vs +0.79 on a random split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27064" y="5120640"/>
            <a:ext cx="2743200" cy="84124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212080"/>
            <a:ext cx="2487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AVAILABILITY, OUR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376672"/>
            <a:ext cx="2487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C1D40"/>
                </a:solidFill>
                <a:latin typeface="Archivo"/>
              </a:rPr>
              <a:t>59%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779008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base rate is 64%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89136" y="5120640"/>
            <a:ext cx="2743200" cy="84124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5212080"/>
            <a:ext cx="2487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WHERE VS WHEN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5376672"/>
            <a:ext cx="2487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11C"/>
                </a:solidFill>
                <a:latin typeface="Archivo"/>
              </a:rPr>
              <a:t>71 / 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5779008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of outage variance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053328"/>
            <a:ext cx="11183112" cy="603504"/>
          </a:xfrm>
          <a:prstGeom prst="rect">
            <a:avLst/>
          </a:prstGeom>
          <a:solidFill>
            <a:srgbClr val="F1F4EF"/>
          </a:solidFill>
          <a:ln w="19050">
            <a:solidFill>
              <a:srgbClr val="8C1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617220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211C"/>
                </a:solidFill>
                <a:latin typeface="Archivo"/>
              </a:rPr>
              <a:t>What the backtest says: the propagation model is sound, the availability step is weak. Received power we predict to 5.9 dB; whether a cell has service we barely beat guessing. So the device comparison holds and the absolute coverage percentages do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70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160">
                <a:solidFill>
                  <a:srgbClr val="65726B"/>
                </a:solidFill>
                <a:latin typeface="Consolas"/>
              </a:rPr>
              <a:t>WHY IT IS HARD ·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11C"/>
                </a:solidFill>
                <a:latin typeface="Archivo"/>
              </a:rPr>
              <a:t>No device on the menu can 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Every 6 dB of transmit power lost halves the radius and quarters the area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28800"/>
            <a:ext cx="4114800" cy="4114800"/>
          </a:xfrm>
          <a:prstGeom prst="ellipse">
            <a:avLst/>
          </a:prstGeom>
          <a:noFill/>
          <a:ln w="25400">
            <a:solidFill>
              <a:srgbClr val="0F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21063" y="3726903"/>
            <a:ext cx="318594" cy="318594"/>
          </a:xfrm>
          <a:prstGeom prst="ellipse">
            <a:avLst/>
          </a:prstGeom>
          <a:noFill/>
          <a:ln w="25400">
            <a:solidFill>
              <a:srgbClr val="8F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06421" y="3812261"/>
            <a:ext cx="147878" cy="147878"/>
          </a:xfrm>
          <a:prstGeom prst="ellipse">
            <a:avLst/>
          </a:prstGeom>
          <a:noFill/>
          <a:ln w="25400">
            <a:solidFill>
              <a:srgbClr val="8C1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Service radius, drawn to scale</a:t>
            </a:r>
          </a:p>
        </p:txBody>
      </p:sp>
      <p:sp>
        <p:nvSpPr>
          <p:cNvPr id="12" name="Oval 11"/>
          <p:cNvSpPr/>
          <p:nvPr/>
        </p:nvSpPr>
        <p:spPr>
          <a:xfrm>
            <a:off x="2834640" y="3840480"/>
            <a:ext cx="91440" cy="91440"/>
          </a:xfrm>
          <a:prstGeom prst="ellipse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1801369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6E70"/>
                </a:solidFill>
                <a:latin typeface="Consolas"/>
              </a:rPr>
              <a:t>Macro  5,036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3575304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F6200"/>
                </a:solidFill>
                <a:latin typeface="Consolas"/>
              </a:rPr>
              <a:t>Relay  390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767328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D40"/>
                </a:solidFill>
                <a:latin typeface="Consolas"/>
              </a:rPr>
              <a:t>Small cell  181 m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806440" y="1783080"/>
          <a:ext cx="589788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25880"/>
                <a:gridCol w="1325880"/>
                <a:gridCol w="1325880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11C"/>
                          </a:solidFill>
                          <a:latin typeface="Archivo"/>
                        </a:rPr>
                        <a:t/>
                      </a:r>
                    </a:p>
                  </a:txBody>
                  <a:tcPr marL="82296" marR="82296" anchor="ctr"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E70"/>
                          </a:solidFill>
                          <a:latin typeface="Consolas"/>
                        </a:rPr>
                        <a:t>Macro-class</a:t>
                      </a:r>
                    </a:p>
                  </a:txBody>
                  <a:tcPr marL="82296" marR="82296" anchor="ctr"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8F6200"/>
                          </a:solidFill>
                          <a:latin typeface="Consolas"/>
                        </a:rPr>
                        <a:t>Donor relay</a:t>
                      </a:r>
                    </a:p>
                  </a:txBody>
                  <a:tcPr marL="82296" marR="82296" anchor="ctr"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8C1D40"/>
                          </a:solidFill>
                          <a:latin typeface="Consolas"/>
                        </a:rPr>
                        <a:t>Small cell</a:t>
                      </a:r>
                    </a:p>
                  </a:txBody>
                  <a:tcPr marL="82296" marR="82296" anchor="ctr">
                    <a:solidFill>
                      <a:srgbClr val="F1F4E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Archivo"/>
                        </a:rPr>
                        <a:t>Power vs the tower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same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−20 dB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−26 dB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Archivo"/>
                        </a:rPr>
                        <a:t>Mast height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37 m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10 m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10 m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Archivo"/>
                        </a:rPr>
                        <a:t>Backhaul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fibre + tower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over the air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fibre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Archivo"/>
                        </a:rPr>
                        <a:t>Service radius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5,036 m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390 m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181 m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Archivo"/>
                        </a:rPr>
                        <a:t>Coverage area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1.00×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0.009×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0.002×</a:t>
                      </a:r>
                    </a:p>
                  </a:txBody>
                  <a:tcPr marL="82296" marR="82296" anchor="ctr">
                    <a:solidFill>
                      <a:srgbClr val="FBFC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0" y="411480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Gain collapses with transmit power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669280" y="4297680"/>
          <a:ext cx="3063240" cy="18105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915400" y="411480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What one of each actually adds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778240" y="4297680"/>
          <a:ext cx="2944368" cy="1810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5726B"/>
                </a:solidFill>
                <a:latin typeface="Consolas"/>
              </a:rPr>
              <a:t>5 dB below the tower halves the gain. 10 dB cuts it to a sixth. A relay is 20 dB down — a 520 m bubble against a 9 km hole.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70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160">
                <a:solidFill>
                  <a:srgbClr val="65726B"/>
                </a:solidFill>
                <a:latin typeface="Consolas"/>
              </a:rPr>
              <a:t>WHY OUR SOLUTION WORKS · THE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11C"/>
                </a:solidFill>
                <a:latin typeface="Archivo"/>
              </a:rPr>
              <a:t>Everything the brief asks for, in one clickable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Click anywhere and the terrain model re-solves the whole surface, live in the 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6309360" cy="3703320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58952" y="1975104"/>
            <a:ext cx="5797296" cy="182880"/>
          </a:xfrm>
          <a:prstGeom prst="line">
            <a:avLst/>
          </a:prstGeom>
          <a:ln w="9525">
            <a:solidFill>
              <a:srgbClr val="C3C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8952" y="2377440"/>
            <a:ext cx="5797296" cy="182880"/>
          </a:xfrm>
          <a:prstGeom prst="line">
            <a:avLst/>
          </a:prstGeom>
          <a:ln w="9525">
            <a:solidFill>
              <a:srgbClr val="C3C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" y="2779776"/>
            <a:ext cx="5797296" cy="182880"/>
          </a:xfrm>
          <a:prstGeom prst="line">
            <a:avLst/>
          </a:prstGeom>
          <a:ln w="9525">
            <a:solidFill>
              <a:srgbClr val="C3C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8952" y="3182112"/>
            <a:ext cx="5797296" cy="182880"/>
          </a:xfrm>
          <a:prstGeom prst="line">
            <a:avLst/>
          </a:prstGeom>
          <a:ln w="9525">
            <a:solidFill>
              <a:srgbClr val="C3C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" y="3584448"/>
            <a:ext cx="5797296" cy="182880"/>
          </a:xfrm>
          <a:prstGeom prst="line">
            <a:avLst/>
          </a:prstGeom>
          <a:ln w="9525">
            <a:solidFill>
              <a:srgbClr val="C3C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" y="3986784"/>
            <a:ext cx="5797296" cy="182880"/>
          </a:xfrm>
          <a:prstGeom prst="line">
            <a:avLst/>
          </a:prstGeom>
          <a:ln w="9525">
            <a:solidFill>
              <a:srgbClr val="C3C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2" y="4389120"/>
            <a:ext cx="5797296" cy="182880"/>
          </a:xfrm>
          <a:prstGeom prst="line">
            <a:avLst/>
          </a:prstGeom>
          <a:ln w="9525">
            <a:solidFill>
              <a:srgbClr val="C3C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952" y="4791456"/>
            <a:ext cx="5797296" cy="182880"/>
          </a:xfrm>
          <a:prstGeom prst="line">
            <a:avLst/>
          </a:prstGeom>
          <a:ln w="9525">
            <a:solidFill>
              <a:srgbClr val="C3C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76332" y="4336417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73802" y="2751302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311" y="3047498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82682" y="2021110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2693" y="4916970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31944" y="2595591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29142" y="4841106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89020" y="4446587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93789" y="3380387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66486" y="2068249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96584" y="2707738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89295" y="2078606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80273" y="4525085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80513" y="4602072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48049" y="1939878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36910" y="1887306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07629" y="3209301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47379" y="2870127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83039" y="2844351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47459" y="4004212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04359" y="4309090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25865" y="2854468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47989" y="3423025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24342" y="2600704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3376" y="4716752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97758" y="4448699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858120" y="4770787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32628" y="4726522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899702" y="2612668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24593" y="3930981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08065" y="3291745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050474" y="3829435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15391" y="3985117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37996" y="3026683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40486" y="2472688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983025" y="4306038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927795" y="4048977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11481" y="4740362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09034" y="4080606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97581" y="2347732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766754" y="4456888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42588" y="3563224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75543" y="4793555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578179" y="3104315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8048" y="3159263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316140" y="4722026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32849" y="2877435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293457" y="2453409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377288" y="2361073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064014" y="2106714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569734" y="4399735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96291" y="3483858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51029" y="3376600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883362" y="2206255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604789" y="2729732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96499" y="2057490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8146" y="2476130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3148" y="4701238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745043" y="3342372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8745" y="3908526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573695" y="2907634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213552" y="3094912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109337" y="4122472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596528" y="3980726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680581" y="1901006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9075" y="2336115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4815" y="2500584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3843" y="2543076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47472" y="4573618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756457" y="2995998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128425" y="3949051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167189" y="4740232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901377" y="4029294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712920" y="4385175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098937" y="4527894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617262" y="4085669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782605" y="2843347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557497" y="2036821"/>
            <a:ext cx="45720" cy="45720"/>
          </a:xfrm>
          <a:prstGeom prst="ellipse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0800" y="3492530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462746" y="4412908"/>
            <a:ext cx="45720" cy="45720"/>
          </a:xfrm>
          <a:prstGeom prst="ellipse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788920" y="2862072"/>
            <a:ext cx="1645920" cy="1645920"/>
          </a:xfrm>
          <a:prstGeom prst="ellipse">
            <a:avLst/>
          </a:prstGeom>
          <a:noFill/>
          <a:ln w="25400">
            <a:solidFill>
              <a:srgbClr val="5B3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520440" y="3593592"/>
            <a:ext cx="182880" cy="182880"/>
          </a:xfrm>
          <a:prstGeom prst="ellipse">
            <a:avLst/>
          </a:prstGeom>
          <a:solidFill>
            <a:srgbClr val="5B3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749040" y="35570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5B3A9B"/>
                </a:solidFill>
                <a:latin typeface="Consolas"/>
              </a:rPr>
              <a:t>YOUR SITE</a:t>
            </a:r>
          </a:p>
        </p:txBody>
      </p:sp>
      <p:sp>
        <p:nvSpPr>
          <p:cNvPr id="100" name="Oval 99"/>
          <p:cNvSpPr/>
          <p:nvPr/>
        </p:nvSpPr>
        <p:spPr>
          <a:xfrm>
            <a:off x="1691640" y="2039112"/>
            <a:ext cx="146304" cy="146304"/>
          </a:xfrm>
          <a:prstGeom prst="ellipse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892808" y="201168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6211C"/>
                </a:solidFill>
                <a:latin typeface="Consolas"/>
              </a:rPr>
              <a:t>existing tower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502920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5726B"/>
                </a:solidFill>
                <a:latin typeface="Consolas"/>
              </a:rPr>
              <a:t>click to place  ·  drag to pan  ·  scroll to zoom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86600" y="1627632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6211C"/>
                </a:solidFill>
                <a:latin typeface="Archivo"/>
              </a:rPr>
              <a:t>The brief asks for four things. Each is a tab.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949440" y="1901952"/>
            <a:ext cx="4736592" cy="749808"/>
          </a:xfrm>
          <a:prstGeom prst="rect">
            <a:avLst/>
          </a:prstGeom>
          <a:solidFill>
            <a:srgbClr val="F1F4EF"/>
          </a:solidFill>
          <a:ln w="19050">
            <a:solidFill>
              <a:srgbClr val="0F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114032" y="200253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6E70"/>
                </a:solidFill>
                <a:latin typeface="Archivo"/>
              </a:rPr>
              <a:t>Thresholds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14032" y="2231136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A4842"/>
                </a:solidFill>
                <a:latin typeface="Consolas"/>
              </a:rPr>
              <a:t>before / after at four explicit
service definitions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949440" y="2752344"/>
            <a:ext cx="4736592" cy="749808"/>
          </a:xfrm>
          <a:prstGeom prst="rect">
            <a:avLst/>
          </a:prstGeom>
          <a:solidFill>
            <a:srgbClr val="F1F4EF"/>
          </a:solidFill>
          <a:ln w="19050">
            <a:solidFill>
              <a:srgbClr val="5B3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14032" y="285292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B3A9B"/>
                </a:solidFill>
                <a:latin typeface="Archivo"/>
              </a:rPr>
              <a:t>Robustness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14032" y="3081528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A4842"/>
                </a:solidFill>
                <a:latin typeface="Consolas"/>
              </a:rPr>
              <a:t>150 fresh shadow-fading draws,
run live on the placed site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949440" y="3602736"/>
            <a:ext cx="4736592" cy="749808"/>
          </a:xfrm>
          <a:prstGeom prst="rect">
            <a:avLst/>
          </a:prstGeom>
          <a:solidFill>
            <a:srgbClr val="F1F4EF"/>
          </a:solidFill>
          <a:ln w="19050">
            <a:solidFill>
              <a:srgbClr val="8F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14032" y="37033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8F6200"/>
                </a:solidFill>
                <a:latin typeface="Archivo"/>
              </a:rPr>
              <a:t>Gains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14032" y="3931920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A4842"/>
                </a:solidFill>
                <a:latin typeface="Consolas"/>
              </a:rPr>
              <a:t>per device class, and per
successive installation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49440" y="4453128"/>
            <a:ext cx="4736592" cy="749808"/>
          </a:xfrm>
          <a:prstGeom prst="rect">
            <a:avLst/>
          </a:prstGeom>
          <a:solidFill>
            <a:srgbClr val="F1F4EF"/>
          </a:solidFill>
          <a:ln w="19050">
            <a:solidFill>
              <a:srgbClr val="8C1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14032" y="455371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8C1D40"/>
                </a:solidFill>
                <a:latin typeface="Archivo"/>
              </a:rPr>
              <a:t>Sensitivity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14032" y="4782312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A4842"/>
                </a:solidFill>
                <a:latin typeface="Consolas"/>
              </a:rPr>
              <a:t>gain swept against mast height
and transmit power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5486400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11C"/>
                </a:solidFill>
                <a:latin typeface="Archivo"/>
              </a:rPr>
              <a:t>Nothing is a stored answer — the page carries the terrain model and runs the same physics as the offline optimiser, matching it to about 1%.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2920" y="5833872"/>
            <a:ext cx="2743200" cy="786384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" y="5925312"/>
            <a:ext cx="2487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TERRAIN POSTS CARRIED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0936" y="6089904"/>
            <a:ext cx="2487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11C"/>
                </a:solidFill>
                <a:latin typeface="Archivo"/>
              </a:rPr>
              <a:t>31 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0936" y="6492240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3DEP, 501 × 851 grid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64992" y="5833872"/>
            <a:ext cx="2743200" cy="786384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93008" y="5925312"/>
            <a:ext cx="2487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DEMAND CELLS RE-SOLVED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93008" y="6089904"/>
            <a:ext cx="2487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11C"/>
                </a:solidFill>
                <a:latin typeface="Archivo"/>
              </a:rPr>
              <a:t>4,731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93008" y="6492240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on every click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27064" y="5833872"/>
            <a:ext cx="2743200" cy="786384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5925312"/>
            <a:ext cx="2487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AGREEMENT WITH THE OPTIMISER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55080" y="6089904"/>
            <a:ext cx="2487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F6E70"/>
                </a:solidFill>
                <a:latin typeface="Archivo"/>
              </a:rPr>
              <a:t>~1%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55080" y="6492240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verified against the offline run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089136" y="5833872"/>
            <a:ext cx="2743200" cy="786384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217152" y="5925312"/>
            <a:ext cx="24871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EXTERNAL DEPENDENCIES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217152" y="6089904"/>
            <a:ext cx="2487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F6E70"/>
                </a:solidFill>
                <a:latin typeface="Archivo"/>
              </a:rPr>
              <a:t>none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217152" y="6492240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one file, opens anywhere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70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160">
                <a:solidFill>
                  <a:srgbClr val="65726B"/>
                </a:solidFill>
                <a:latin typeface="Consolas"/>
              </a:rPr>
              <a:t>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11C"/>
                </a:solidFill>
                <a:latin typeface="Archivo"/>
              </a:rPr>
              <a:t>One macro-class site, 6.5 km south-west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A4842"/>
                </a:solidFill>
                <a:latin typeface="Archivo"/>
              </a:rPr>
              <a:t>What one installation of each class can and cannot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Route coverage after one installation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773936"/>
          <a:ext cx="576072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157276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Under four explicit service thresholds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773936"/>
          <a:ext cx="544068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1051560"/>
                <a:gridCol w="1051560"/>
                <a:gridCol w="1051560"/>
              </a:tblGrid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5726B"/>
                          </a:solidFill>
                          <a:latin typeface="Consolas"/>
                        </a:rPr>
                        <a:t>available</a:t>
                      </a:r>
                    </a:p>
                  </a:txBody>
                  <a:tcPr marL="73152" marR="73152" anchor="ctr"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5726B"/>
                          </a:solidFill>
                          <a:latin typeface="Consolas"/>
                        </a:rPr>
                        <a:t>route now</a:t>
                      </a:r>
                    </a:p>
                  </a:txBody>
                  <a:tcPr marL="73152" marR="73152" anchor="ctr"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5726B"/>
                          </a:solidFill>
                          <a:latin typeface="Consolas"/>
                        </a:rPr>
                        <a:t>after</a:t>
                      </a:r>
                    </a:p>
                  </a:txBody>
                  <a:tcPr marL="73152" marR="73152" anchor="ctr"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5726B"/>
                          </a:solidFill>
                          <a:latin typeface="Consolas"/>
                        </a:rPr>
                        <a:t>area now</a:t>
                      </a:r>
                    </a:p>
                  </a:txBody>
                  <a:tcPr marL="73152" marR="73152" anchor="ctr"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5726B"/>
                          </a:solidFill>
                          <a:latin typeface="Consolas"/>
                        </a:rPr>
                        <a:t>after</a:t>
                      </a:r>
                    </a:p>
                  </a:txBody>
                  <a:tcPr marL="73152" marR="73152" anchor="ctr">
                    <a:solidFill>
                      <a:srgbClr val="F1F4E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Consolas"/>
                        </a:rPr>
                        <a:t>≥25%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96.8%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100.0%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93.0%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100.0%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Consolas"/>
                        </a:rPr>
                        <a:t>≥50%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44.4%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6E70"/>
                          </a:solidFill>
                          <a:latin typeface="Consolas"/>
                        </a:rPr>
                        <a:t>99.5%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36.8%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6E70"/>
                          </a:solidFill>
                          <a:latin typeface="Consolas"/>
                        </a:rPr>
                        <a:t>96.7%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Consolas"/>
                        </a:rPr>
                        <a:t>≥75%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10.1%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55.5%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6.2%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51.5%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A4842"/>
                          </a:solidFill>
                          <a:latin typeface="Consolas"/>
                        </a:rPr>
                        <a:t>≥90%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3.5%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36.0%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2.0%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11C"/>
                          </a:solidFill>
                          <a:latin typeface="Consolas"/>
                        </a:rPr>
                        <a:t>29.8%</a:t>
                      </a:r>
                    </a:p>
                  </a:txBody>
                  <a:tcPr marL="73152" marR="73152" anchor="ctr">
                    <a:solidFill>
                      <a:srgbClr val="FBFC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3886200"/>
            <a:ext cx="5623560" cy="1517904"/>
          </a:xfrm>
          <a:prstGeom prst="rect">
            <a:avLst/>
          </a:prstGeom>
          <a:solidFill>
            <a:srgbClr val="F1F4EF"/>
          </a:solidFill>
          <a:ln w="19050">
            <a:solidFill>
              <a:srgbClr val="0F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41648"/>
            <a:ext cx="5212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40">
                <a:solidFill>
                  <a:srgbClr val="0F6E70"/>
                </a:solidFill>
                <a:latin typeface="Consolas"/>
              </a:rPr>
              <a:t>THE ONE THAT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61104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6211C"/>
                </a:solidFill>
                <a:latin typeface="Archivo"/>
              </a:rPr>
              <a:t>Macro-class site, 6.5 km south-west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626864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842"/>
                </a:solidFill>
                <a:latin typeface="Consolas"/>
              </a:rPr>
              <a:t>41.97956, −93.82983  ·  37 m mast  ·  on the road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01184"/>
            <a:ext cx="5212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6E70"/>
                </a:solidFill>
                <a:latin typeface="Archivo"/>
              </a:rPr>
              <a:t>40% → 65% of route  ·  34% → 56% of area  ·  1,079 dead cells fixed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4842"/>
                </a:solidFill>
                <a:latin typeface="Archivo"/>
              </a:rPr>
              <a:t>Gain over 400 shadow-fading draws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17920" y="4069080"/>
          <a:ext cx="278892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9144000" y="4087368"/>
            <a:ext cx="2560320" cy="1298448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4178808"/>
            <a:ext cx="23042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DRAWS WITH A POSITIVE GAIN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434340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5B3A9B"/>
                </a:solidFill>
                <a:latin typeface="Archivo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4745736"/>
            <a:ext cx="23042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the site is never a mistake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532120"/>
            <a:ext cx="1810512" cy="786384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5623560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RELAY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5788152"/>
            <a:ext cx="1554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C1D40"/>
                </a:solidFill>
                <a:latin typeface="Archivo"/>
              </a:rPr>
              <a:t>+1.4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619048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520 m radius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4015" y="5532120"/>
            <a:ext cx="1810512" cy="786384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1" y="5623560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SMALL 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1" y="5788152"/>
            <a:ext cx="1554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C1D40"/>
                </a:solidFill>
                <a:latin typeface="Archivo"/>
              </a:rPr>
              <a:t>+0.9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1" y="619048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256 m radius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5110" y="5532120"/>
            <a:ext cx="1810512" cy="786384"/>
          </a:xfrm>
          <a:prstGeom prst="rect">
            <a:avLst/>
          </a:prstGeom>
          <a:solidFill>
            <a:srgbClr val="F1F4EF"/>
          </a:solidFill>
          <a:ln w="12700">
            <a:solidFill>
              <a:srgbClr val="C3C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6" y="5623560"/>
            <a:ext cx="1554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65726B"/>
                </a:solidFill>
                <a:latin typeface="Consolas"/>
              </a:rPr>
              <a:t>STILL UNCOVERED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6" y="5788152"/>
            <a:ext cx="1554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8F6200"/>
                </a:solidFill>
                <a:latin typeface="Archivo"/>
              </a:rPr>
              <a:t>35%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6" y="619048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5726B"/>
                </a:solidFill>
                <a:latin typeface="Consolas"/>
              </a:rPr>
              <a:t>of route — needs a programme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5532120"/>
            <a:ext cx="5349240" cy="786384"/>
          </a:xfrm>
          <a:prstGeom prst="rect">
            <a:avLst/>
          </a:prstGeom>
          <a:solidFill>
            <a:srgbClr val="F1F4EF"/>
          </a:solidFill>
          <a:ln w="19050">
            <a:solidFill>
              <a:srgbClr val="8C1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641848"/>
            <a:ext cx="50292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6211C"/>
                </a:solidFill>
                <a:latin typeface="Archivo"/>
              </a:rPr>
              <a:t>Read the ratios, not the absolutes. The device comparison rests on the fitted path-loss law; the percentages inherit a weak availability step that the backtest showed barely beats the base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